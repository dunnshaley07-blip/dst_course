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63" r:id="rId3"/>
    <p:sldId id="258" r:id="rId4"/>
    <p:sldId id="264" r:id="rId5"/>
    <p:sldId id="261" r:id="rId6"/>
    <p:sldId id="257" r:id="rId7"/>
    <p:sldId id="262" r:id="rId8"/>
    <p:sldId id="260" r:id="rId9"/>
    <p:sldId id="266" r:id="rId10"/>
    <p:sldId id="265" r:id="rId11"/>
    <p:sldId id="259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3FF42D-1F8F-4E5E-80D5-ED11EBC450BB}" v="112" dt="2026-04-01T17:09:02.7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30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ommer, Ian Dr. (EDU)" userId="28ca3ff0-544f-450a-928b-99e19cf49b89" providerId="ADAL" clId="{FDDA6EB0-4FD6-4516-ACA5-A4CAC6441DA7}"/>
    <pc:docChg chg="undo custSel addSld delSld modSld sldOrd">
      <pc:chgData name="Frommer, Ian Dr. (EDU)" userId="28ca3ff0-544f-450a-928b-99e19cf49b89" providerId="ADAL" clId="{FDDA6EB0-4FD6-4516-ACA5-A4CAC6441DA7}" dt="2026-04-01T17:09:02.732" v="3180" actId="20577"/>
      <pc:docMkLst>
        <pc:docMk/>
      </pc:docMkLst>
      <pc:sldChg chg="addSp delSp modSp new mod">
        <pc:chgData name="Frommer, Ian Dr. (EDU)" userId="28ca3ff0-544f-450a-928b-99e19cf49b89" providerId="ADAL" clId="{FDDA6EB0-4FD6-4516-ACA5-A4CAC6441DA7}" dt="2026-04-01T15:12:33.105" v="1847" actId="1037"/>
        <pc:sldMkLst>
          <pc:docMk/>
          <pc:sldMk cId="449445108" sldId="256"/>
        </pc:sldMkLst>
        <pc:spChg chg="mod">
          <ac:chgData name="Frommer, Ian Dr. (EDU)" userId="28ca3ff0-544f-450a-928b-99e19cf49b89" providerId="ADAL" clId="{FDDA6EB0-4FD6-4516-ACA5-A4CAC6441DA7}" dt="2026-04-01T15:12:33.105" v="1847" actId="1037"/>
          <ac:spMkLst>
            <pc:docMk/>
            <pc:sldMk cId="449445108" sldId="256"/>
            <ac:spMk id="2" creationId="{5B422DCA-24C6-7BEA-57B8-C189B1613924}"/>
          </ac:spMkLst>
        </pc:spChg>
        <pc:spChg chg="del">
          <ac:chgData name="Frommer, Ian Dr. (EDU)" userId="28ca3ff0-544f-450a-928b-99e19cf49b89" providerId="ADAL" clId="{FDDA6EB0-4FD6-4516-ACA5-A4CAC6441DA7}" dt="2026-04-01T15:12:17.722" v="1840" actId="478"/>
          <ac:spMkLst>
            <pc:docMk/>
            <pc:sldMk cId="449445108" sldId="256"/>
            <ac:spMk id="3" creationId="{85186D82-6FC2-0E92-3581-381733E4AF17}"/>
          </ac:spMkLst>
        </pc:spChg>
        <pc:spChg chg="add del">
          <ac:chgData name="Frommer, Ian Dr. (EDU)" userId="28ca3ff0-544f-450a-928b-99e19cf49b89" providerId="ADAL" clId="{FDDA6EB0-4FD6-4516-ACA5-A4CAC6441DA7}" dt="2026-04-01T14:36:50.458" v="1144" actId="21"/>
          <ac:spMkLst>
            <pc:docMk/>
            <pc:sldMk cId="449445108" sldId="256"/>
            <ac:spMk id="5" creationId="{456F73EB-9D24-8AD1-D96B-241B0190963F}"/>
          </ac:spMkLst>
        </pc:spChg>
        <pc:spChg chg="add del mod">
          <ac:chgData name="Frommer, Ian Dr. (EDU)" userId="28ca3ff0-544f-450a-928b-99e19cf49b89" providerId="ADAL" clId="{FDDA6EB0-4FD6-4516-ACA5-A4CAC6441DA7}" dt="2026-04-01T14:37:16.671" v="1153" actId="478"/>
          <ac:spMkLst>
            <pc:docMk/>
            <pc:sldMk cId="449445108" sldId="256"/>
            <ac:spMk id="6" creationId="{456F73EB-9D24-8AD1-D96B-241B0190963F}"/>
          </ac:spMkLst>
        </pc:spChg>
        <pc:spChg chg="add del mod">
          <ac:chgData name="Frommer, Ian Dr. (EDU)" userId="28ca3ff0-544f-450a-928b-99e19cf49b89" providerId="ADAL" clId="{FDDA6EB0-4FD6-4516-ACA5-A4CAC6441DA7}" dt="2026-04-01T14:37:08.841" v="1149"/>
          <ac:spMkLst>
            <pc:docMk/>
            <pc:sldMk cId="449445108" sldId="256"/>
            <ac:spMk id="7" creationId="{55B7BFFB-25B8-E75A-07C3-EB0AAB7AA5E5}"/>
          </ac:spMkLst>
        </pc:spChg>
        <pc:picChg chg="add mod">
          <ac:chgData name="Frommer, Ian Dr. (EDU)" userId="28ca3ff0-544f-450a-928b-99e19cf49b89" providerId="ADAL" clId="{FDDA6EB0-4FD6-4516-ACA5-A4CAC6441DA7}" dt="2026-04-01T14:43:25.746" v="1173" actId="1076"/>
          <ac:picMkLst>
            <pc:docMk/>
            <pc:sldMk cId="449445108" sldId="256"/>
            <ac:picMk id="9" creationId="{E3CD31FE-C8AF-097B-E2BB-9768F65E4DD2}"/>
          </ac:picMkLst>
        </pc:picChg>
        <pc:picChg chg="add mod">
          <ac:chgData name="Frommer, Ian Dr. (EDU)" userId="28ca3ff0-544f-450a-928b-99e19cf49b89" providerId="ADAL" clId="{FDDA6EB0-4FD6-4516-ACA5-A4CAC6441DA7}" dt="2026-04-01T14:43:18.590" v="1171" actId="14100"/>
          <ac:picMkLst>
            <pc:docMk/>
            <pc:sldMk cId="449445108" sldId="256"/>
            <ac:picMk id="10" creationId="{4CF94452-CE7A-0CDE-19A1-96F9BEDE301F}"/>
          </ac:picMkLst>
        </pc:picChg>
        <pc:picChg chg="add mod">
          <ac:chgData name="Frommer, Ian Dr. (EDU)" userId="28ca3ff0-544f-450a-928b-99e19cf49b89" providerId="ADAL" clId="{FDDA6EB0-4FD6-4516-ACA5-A4CAC6441DA7}" dt="2026-04-01T14:43:06.234" v="1167" actId="1076"/>
          <ac:picMkLst>
            <pc:docMk/>
            <pc:sldMk cId="449445108" sldId="256"/>
            <ac:picMk id="12" creationId="{6DC466A1-9431-A87E-A489-B45677C52E4E}"/>
          </ac:picMkLst>
        </pc:picChg>
        <pc:picChg chg="add mod">
          <ac:chgData name="Frommer, Ian Dr. (EDU)" userId="28ca3ff0-544f-450a-928b-99e19cf49b89" providerId="ADAL" clId="{FDDA6EB0-4FD6-4516-ACA5-A4CAC6441DA7}" dt="2026-04-01T14:37:22.832" v="1156" actId="1076"/>
          <ac:picMkLst>
            <pc:docMk/>
            <pc:sldMk cId="449445108" sldId="256"/>
            <ac:picMk id="1026" creationId="{47A506CA-0A24-7F6C-DDE1-8CBB07F9F0A0}"/>
          </ac:picMkLst>
        </pc:picChg>
      </pc:sldChg>
      <pc:sldChg chg="add">
        <pc:chgData name="Frommer, Ian Dr. (EDU)" userId="28ca3ff0-544f-450a-928b-99e19cf49b89" providerId="ADAL" clId="{FDDA6EB0-4FD6-4516-ACA5-A4CAC6441DA7}" dt="2026-04-01T15:12:10.278" v="1839"/>
        <pc:sldMkLst>
          <pc:docMk/>
          <pc:sldMk cId="2652372888" sldId="257"/>
        </pc:sldMkLst>
      </pc:sldChg>
      <pc:sldChg chg="addSp modSp new del mod">
        <pc:chgData name="Frommer, Ian Dr. (EDU)" userId="28ca3ff0-544f-450a-928b-99e19cf49b89" providerId="ADAL" clId="{FDDA6EB0-4FD6-4516-ACA5-A4CAC6441DA7}" dt="2026-04-01T15:12:08.068" v="1838" actId="2696"/>
        <pc:sldMkLst>
          <pc:docMk/>
          <pc:sldMk cId="3432668307" sldId="257"/>
        </pc:sldMkLst>
      </pc:sldChg>
      <pc:sldChg chg="addSp delSp modSp new mod modAnim">
        <pc:chgData name="Frommer, Ian Dr. (EDU)" userId="28ca3ff0-544f-450a-928b-99e19cf49b89" providerId="ADAL" clId="{FDDA6EB0-4FD6-4516-ACA5-A4CAC6441DA7}" dt="2026-04-01T15:07:44.097" v="1643"/>
        <pc:sldMkLst>
          <pc:docMk/>
          <pc:sldMk cId="1860877685" sldId="258"/>
        </pc:sldMkLst>
        <pc:spChg chg="mod">
          <ac:chgData name="Frommer, Ian Dr. (EDU)" userId="28ca3ff0-544f-450a-928b-99e19cf49b89" providerId="ADAL" clId="{FDDA6EB0-4FD6-4516-ACA5-A4CAC6441DA7}" dt="2026-04-01T15:06:43.170" v="1633" actId="1036"/>
          <ac:spMkLst>
            <pc:docMk/>
            <pc:sldMk cId="1860877685" sldId="258"/>
            <ac:spMk id="2" creationId="{577BDA2C-7848-51E1-32EF-FA25EF88346C}"/>
          </ac:spMkLst>
        </pc:spChg>
        <pc:spChg chg="mod">
          <ac:chgData name="Frommer, Ian Dr. (EDU)" userId="28ca3ff0-544f-450a-928b-99e19cf49b89" providerId="ADAL" clId="{FDDA6EB0-4FD6-4516-ACA5-A4CAC6441DA7}" dt="2026-04-01T15:06:43.170" v="1633" actId="1036"/>
          <ac:spMkLst>
            <pc:docMk/>
            <pc:sldMk cId="1860877685" sldId="258"/>
            <ac:spMk id="3" creationId="{A46E9851-B3AF-2DA8-F41C-E2B14BAC15A0}"/>
          </ac:spMkLst>
        </pc:spChg>
        <pc:picChg chg="add mod">
          <ac:chgData name="Frommer, Ian Dr. (EDU)" userId="28ca3ff0-544f-450a-928b-99e19cf49b89" providerId="ADAL" clId="{FDDA6EB0-4FD6-4516-ACA5-A4CAC6441DA7}" dt="2026-04-01T14:58:23.037" v="1377" actId="1076"/>
          <ac:picMkLst>
            <pc:docMk/>
            <pc:sldMk cId="1860877685" sldId="258"/>
            <ac:picMk id="5" creationId="{04A7A64E-3070-555E-E048-2D03D992C8AA}"/>
          </ac:picMkLst>
        </pc:picChg>
        <pc:picChg chg="add mod modCrop">
          <ac:chgData name="Frommer, Ian Dr. (EDU)" userId="28ca3ff0-544f-450a-928b-99e19cf49b89" providerId="ADAL" clId="{FDDA6EB0-4FD6-4516-ACA5-A4CAC6441DA7}" dt="2026-04-01T15:00:07.950" v="1413" actId="1076"/>
          <ac:picMkLst>
            <pc:docMk/>
            <pc:sldMk cId="1860877685" sldId="258"/>
            <ac:picMk id="7" creationId="{AA8EA7A4-29E3-682C-9301-3949ADD149A6}"/>
          </ac:picMkLst>
        </pc:picChg>
        <pc:picChg chg="add mod">
          <ac:chgData name="Frommer, Ian Dr. (EDU)" userId="28ca3ff0-544f-450a-928b-99e19cf49b89" providerId="ADAL" clId="{FDDA6EB0-4FD6-4516-ACA5-A4CAC6441DA7}" dt="2026-04-01T15:06:48.456" v="1634" actId="1076"/>
          <ac:picMkLst>
            <pc:docMk/>
            <pc:sldMk cId="1860877685" sldId="258"/>
            <ac:picMk id="9" creationId="{B559748D-4971-CD46-880D-5B2F79922CF7}"/>
          </ac:picMkLst>
        </pc:picChg>
        <pc:picChg chg="add del mod">
          <ac:chgData name="Frommer, Ian Dr. (EDU)" userId="28ca3ff0-544f-450a-928b-99e19cf49b89" providerId="ADAL" clId="{FDDA6EB0-4FD6-4516-ACA5-A4CAC6441DA7}" dt="2026-04-01T15:02:36.409" v="1458" actId="21"/>
          <ac:picMkLst>
            <pc:docMk/>
            <pc:sldMk cId="1860877685" sldId="258"/>
            <ac:picMk id="11" creationId="{C026A7AA-935B-5AD9-A5BF-DC59B4B79408}"/>
          </ac:picMkLst>
        </pc:picChg>
        <pc:picChg chg="add mod">
          <ac:chgData name="Frommer, Ian Dr. (EDU)" userId="28ca3ff0-544f-450a-928b-99e19cf49b89" providerId="ADAL" clId="{FDDA6EB0-4FD6-4516-ACA5-A4CAC6441DA7}" dt="2026-04-01T15:06:52.034" v="1635" actId="1076"/>
          <ac:picMkLst>
            <pc:docMk/>
            <pc:sldMk cId="1860877685" sldId="258"/>
            <ac:picMk id="13" creationId="{61753F42-CE7C-713C-939B-E3D56520C116}"/>
          </ac:picMkLst>
        </pc:picChg>
      </pc:sldChg>
      <pc:sldChg chg="modSp new del mod">
        <pc:chgData name="Frommer, Ian Dr. (EDU)" userId="28ca3ff0-544f-450a-928b-99e19cf49b89" providerId="ADAL" clId="{FDDA6EB0-4FD6-4516-ACA5-A4CAC6441DA7}" dt="2026-04-01T15:10:36.508" v="1789" actId="2696"/>
        <pc:sldMkLst>
          <pc:docMk/>
          <pc:sldMk cId="1954064328" sldId="259"/>
        </pc:sldMkLst>
      </pc:sldChg>
      <pc:sldChg chg="addSp delSp modSp add mod">
        <pc:chgData name="Frommer, Ian Dr. (EDU)" userId="28ca3ff0-544f-450a-928b-99e19cf49b89" providerId="ADAL" clId="{FDDA6EB0-4FD6-4516-ACA5-A4CAC6441DA7}" dt="2026-04-01T16:12:59.194" v="2794" actId="404"/>
        <pc:sldMkLst>
          <pc:docMk/>
          <pc:sldMk cId="2455254718" sldId="259"/>
        </pc:sldMkLst>
        <pc:spChg chg="del">
          <ac:chgData name="Frommer, Ian Dr. (EDU)" userId="28ca3ff0-544f-450a-928b-99e19cf49b89" providerId="ADAL" clId="{FDDA6EB0-4FD6-4516-ACA5-A4CAC6441DA7}" dt="2026-04-01T16:09:30.512" v="2506" actId="478"/>
          <ac:spMkLst>
            <pc:docMk/>
            <pc:sldMk cId="2455254718" sldId="259"/>
            <ac:spMk id="2" creationId="{00000000-0000-0000-0000-000000000000}"/>
          </ac:spMkLst>
        </pc:spChg>
        <pc:spChg chg="add mod">
          <ac:chgData name="Frommer, Ian Dr. (EDU)" userId="28ca3ff0-544f-450a-928b-99e19cf49b89" providerId="ADAL" clId="{FDDA6EB0-4FD6-4516-ACA5-A4CAC6441DA7}" dt="2026-04-01T16:12:59.194" v="2794" actId="404"/>
          <ac:spMkLst>
            <pc:docMk/>
            <pc:sldMk cId="2455254718" sldId="259"/>
            <ac:spMk id="12" creationId="{21EF8E56-35E3-A2BC-DA5F-6446F04B089B}"/>
          </ac:spMkLst>
        </pc:spChg>
      </pc:sldChg>
      <pc:sldChg chg="addSp delSp modSp new mod">
        <pc:chgData name="Frommer, Ian Dr. (EDU)" userId="28ca3ff0-544f-450a-928b-99e19cf49b89" providerId="ADAL" clId="{FDDA6EB0-4FD6-4516-ACA5-A4CAC6441DA7}" dt="2026-04-01T15:57:16.678" v="2179" actId="1076"/>
        <pc:sldMkLst>
          <pc:docMk/>
          <pc:sldMk cId="912418960" sldId="260"/>
        </pc:sldMkLst>
        <pc:spChg chg="mod">
          <ac:chgData name="Frommer, Ian Dr. (EDU)" userId="28ca3ff0-544f-450a-928b-99e19cf49b89" providerId="ADAL" clId="{FDDA6EB0-4FD6-4516-ACA5-A4CAC6441DA7}" dt="2026-04-01T15:56:38.848" v="2159" actId="1036"/>
          <ac:spMkLst>
            <pc:docMk/>
            <pc:sldMk cId="912418960" sldId="260"/>
            <ac:spMk id="2" creationId="{7272B3C3-33E9-C837-4B64-664145062674}"/>
          </ac:spMkLst>
        </pc:spChg>
        <pc:spChg chg="del mod">
          <ac:chgData name="Frommer, Ian Dr. (EDU)" userId="28ca3ff0-544f-450a-928b-99e19cf49b89" providerId="ADAL" clId="{FDDA6EB0-4FD6-4516-ACA5-A4CAC6441DA7}" dt="2026-04-01T15:19:28.922" v="2011" actId="478"/>
          <ac:spMkLst>
            <pc:docMk/>
            <pc:sldMk cId="912418960" sldId="260"/>
            <ac:spMk id="3" creationId="{2A445067-0842-58C3-4DBB-F2A64BFDA41C}"/>
          </ac:spMkLst>
        </pc:spChg>
        <pc:spChg chg="add mod">
          <ac:chgData name="Frommer, Ian Dr. (EDU)" userId="28ca3ff0-544f-450a-928b-99e19cf49b89" providerId="ADAL" clId="{FDDA6EB0-4FD6-4516-ACA5-A4CAC6441DA7}" dt="2026-04-01T15:57:16.678" v="2179" actId="1076"/>
          <ac:spMkLst>
            <pc:docMk/>
            <pc:sldMk cId="912418960" sldId="260"/>
            <ac:spMk id="6" creationId="{5B5D2035-9BDE-487D-2A5D-009E8C70E4F3}"/>
          </ac:spMkLst>
        </pc:spChg>
        <pc:graphicFrameChg chg="add mod modGraphic">
          <ac:chgData name="Frommer, Ian Dr. (EDU)" userId="28ca3ff0-544f-450a-928b-99e19cf49b89" providerId="ADAL" clId="{FDDA6EB0-4FD6-4516-ACA5-A4CAC6441DA7}" dt="2026-04-01T15:56:38.848" v="2159" actId="1036"/>
          <ac:graphicFrameMkLst>
            <pc:docMk/>
            <pc:sldMk cId="912418960" sldId="260"/>
            <ac:graphicFrameMk id="4" creationId="{0ED44F30-53F9-9D1A-8960-6B14F444EB28}"/>
          </ac:graphicFrameMkLst>
        </pc:graphicFrameChg>
      </pc:sldChg>
      <pc:sldChg chg="modSp new mod ord">
        <pc:chgData name="Frommer, Ian Dr. (EDU)" userId="28ca3ff0-544f-450a-928b-99e19cf49b89" providerId="ADAL" clId="{FDDA6EB0-4FD6-4516-ACA5-A4CAC6441DA7}" dt="2026-04-01T15:11:57.377" v="1837" actId="6549"/>
        <pc:sldMkLst>
          <pc:docMk/>
          <pc:sldMk cId="1622818579" sldId="261"/>
        </pc:sldMkLst>
        <pc:spChg chg="mod">
          <ac:chgData name="Frommer, Ian Dr. (EDU)" userId="28ca3ff0-544f-450a-928b-99e19cf49b89" providerId="ADAL" clId="{FDDA6EB0-4FD6-4516-ACA5-A4CAC6441DA7}" dt="2026-04-01T15:11:57.377" v="1837" actId="6549"/>
          <ac:spMkLst>
            <pc:docMk/>
            <pc:sldMk cId="1622818579" sldId="261"/>
            <ac:spMk id="2" creationId="{52C30DE9-34D8-8436-DB75-1B3B502630DA}"/>
          </ac:spMkLst>
        </pc:spChg>
        <pc:spChg chg="mod">
          <ac:chgData name="Frommer, Ian Dr. (EDU)" userId="28ca3ff0-544f-450a-928b-99e19cf49b89" providerId="ADAL" clId="{FDDA6EB0-4FD6-4516-ACA5-A4CAC6441DA7}" dt="2026-03-30T14:27:49.026" v="1127" actId="20577"/>
          <ac:spMkLst>
            <pc:docMk/>
            <pc:sldMk cId="1622818579" sldId="261"/>
            <ac:spMk id="3" creationId="{1747BD9C-9AAD-9CBB-A10E-7EDF4287E4D7}"/>
          </ac:spMkLst>
        </pc:spChg>
      </pc:sldChg>
      <pc:sldChg chg="addSp delSp modSp new mod ord">
        <pc:chgData name="Frommer, Ian Dr. (EDU)" userId="28ca3ff0-544f-450a-928b-99e19cf49b89" providerId="ADAL" clId="{FDDA6EB0-4FD6-4516-ACA5-A4CAC6441DA7}" dt="2026-04-01T15:47:37.931" v="2145" actId="20577"/>
        <pc:sldMkLst>
          <pc:docMk/>
          <pc:sldMk cId="3838356756" sldId="262"/>
        </pc:sldMkLst>
        <pc:spChg chg="mod">
          <ac:chgData name="Frommer, Ian Dr. (EDU)" userId="28ca3ff0-544f-450a-928b-99e19cf49b89" providerId="ADAL" clId="{FDDA6EB0-4FD6-4516-ACA5-A4CAC6441DA7}" dt="2026-04-01T15:17:19.647" v="1980" actId="1035"/>
          <ac:spMkLst>
            <pc:docMk/>
            <pc:sldMk cId="3838356756" sldId="262"/>
            <ac:spMk id="2" creationId="{40AA841A-1258-3FCE-6DC4-C6EABE48EBB6}"/>
          </ac:spMkLst>
        </pc:spChg>
        <pc:spChg chg="add mod">
          <ac:chgData name="Frommer, Ian Dr. (EDU)" userId="28ca3ff0-544f-450a-928b-99e19cf49b89" providerId="ADAL" clId="{FDDA6EB0-4FD6-4516-ACA5-A4CAC6441DA7}" dt="2026-04-01T15:15:13.547" v="1876"/>
          <ac:spMkLst>
            <pc:docMk/>
            <pc:sldMk cId="3838356756" sldId="262"/>
            <ac:spMk id="3" creationId="{FB2803BF-88F2-1EAF-C054-B0DB4DE0F3C6}"/>
          </ac:spMkLst>
        </pc:spChg>
        <pc:spChg chg="add mod">
          <ac:chgData name="Frommer, Ian Dr. (EDU)" userId="28ca3ff0-544f-450a-928b-99e19cf49b89" providerId="ADAL" clId="{FDDA6EB0-4FD6-4516-ACA5-A4CAC6441DA7}" dt="2026-04-01T15:18:43.556" v="1993" actId="1076"/>
          <ac:spMkLst>
            <pc:docMk/>
            <pc:sldMk cId="3838356756" sldId="262"/>
            <ac:spMk id="4" creationId="{96FB9E7C-A4A7-0BBE-23E9-FDDEFB364D24}"/>
          </ac:spMkLst>
        </pc:spChg>
        <pc:spChg chg="add del mod">
          <ac:chgData name="Frommer, Ian Dr. (EDU)" userId="28ca3ff0-544f-450a-928b-99e19cf49b89" providerId="ADAL" clId="{FDDA6EB0-4FD6-4516-ACA5-A4CAC6441DA7}" dt="2026-04-01T15:14:03.204" v="1851" actId="478"/>
          <ac:spMkLst>
            <pc:docMk/>
            <pc:sldMk cId="3838356756" sldId="262"/>
            <ac:spMk id="7" creationId="{9D17484A-7F4D-ECEA-AEE5-4DFA5374796F}"/>
          </ac:spMkLst>
        </pc:spChg>
        <pc:graphicFrameChg chg="add mod modGraphic">
          <ac:chgData name="Frommer, Ian Dr. (EDU)" userId="28ca3ff0-544f-450a-928b-99e19cf49b89" providerId="ADAL" clId="{FDDA6EB0-4FD6-4516-ACA5-A4CAC6441DA7}" dt="2026-04-01T15:47:37.931" v="2145" actId="20577"/>
          <ac:graphicFrameMkLst>
            <pc:docMk/>
            <pc:sldMk cId="3838356756" sldId="262"/>
            <ac:graphicFrameMk id="10" creationId="{B5492511-244F-FDD2-49A7-057398D7F676}"/>
          </ac:graphicFrameMkLst>
        </pc:graphicFrameChg>
      </pc:sldChg>
      <pc:sldChg chg="modSp new mod">
        <pc:chgData name="Frommer, Ian Dr. (EDU)" userId="28ca3ff0-544f-450a-928b-99e19cf49b89" providerId="ADAL" clId="{FDDA6EB0-4FD6-4516-ACA5-A4CAC6441DA7}" dt="2026-04-01T15:11:40.318" v="1817" actId="20577"/>
        <pc:sldMkLst>
          <pc:docMk/>
          <pc:sldMk cId="510179790" sldId="263"/>
        </pc:sldMkLst>
        <pc:spChg chg="mod">
          <ac:chgData name="Frommer, Ian Dr. (EDU)" userId="28ca3ff0-544f-450a-928b-99e19cf49b89" providerId="ADAL" clId="{FDDA6EB0-4FD6-4516-ACA5-A4CAC6441DA7}" dt="2026-04-01T14:44:05.699" v="1184" actId="20577"/>
          <ac:spMkLst>
            <pc:docMk/>
            <pc:sldMk cId="510179790" sldId="263"/>
            <ac:spMk id="2" creationId="{B5065BED-C96C-9EF6-8FCB-2796A355B6FD}"/>
          </ac:spMkLst>
        </pc:spChg>
        <pc:spChg chg="mod">
          <ac:chgData name="Frommer, Ian Dr. (EDU)" userId="28ca3ff0-544f-450a-928b-99e19cf49b89" providerId="ADAL" clId="{FDDA6EB0-4FD6-4516-ACA5-A4CAC6441DA7}" dt="2026-04-01T15:11:40.318" v="1817" actId="20577"/>
          <ac:spMkLst>
            <pc:docMk/>
            <pc:sldMk cId="510179790" sldId="263"/>
            <ac:spMk id="3" creationId="{EF76EFD5-C7BB-0DDD-4C52-5549625DECDA}"/>
          </ac:spMkLst>
        </pc:spChg>
      </pc:sldChg>
      <pc:sldChg chg="addSp modSp new mod">
        <pc:chgData name="Frommer, Ian Dr. (EDU)" userId="28ca3ff0-544f-450a-928b-99e19cf49b89" providerId="ADAL" clId="{FDDA6EB0-4FD6-4516-ACA5-A4CAC6441DA7}" dt="2026-04-01T15:11:27.385" v="1815"/>
        <pc:sldMkLst>
          <pc:docMk/>
          <pc:sldMk cId="3927153290" sldId="264"/>
        </pc:sldMkLst>
        <pc:spChg chg="mod">
          <ac:chgData name="Frommer, Ian Dr. (EDU)" userId="28ca3ff0-544f-450a-928b-99e19cf49b89" providerId="ADAL" clId="{FDDA6EB0-4FD6-4516-ACA5-A4CAC6441DA7}" dt="2026-04-01T15:08:37.455" v="1669" actId="404"/>
          <ac:spMkLst>
            <pc:docMk/>
            <pc:sldMk cId="3927153290" sldId="264"/>
            <ac:spMk id="2" creationId="{C680D3B1-DD3D-377F-C3DA-1DF970DED434}"/>
          </ac:spMkLst>
        </pc:spChg>
        <pc:spChg chg="mod">
          <ac:chgData name="Frommer, Ian Dr. (EDU)" userId="28ca3ff0-544f-450a-928b-99e19cf49b89" providerId="ADAL" clId="{FDDA6EB0-4FD6-4516-ACA5-A4CAC6441DA7}" dt="2026-04-01T15:11:27.385" v="1815"/>
          <ac:spMkLst>
            <pc:docMk/>
            <pc:sldMk cId="3927153290" sldId="264"/>
            <ac:spMk id="3" creationId="{78847E8D-8013-B89A-DB24-F8422F359402}"/>
          </ac:spMkLst>
        </pc:spChg>
        <pc:picChg chg="add mod">
          <ac:chgData name="Frommer, Ian Dr. (EDU)" userId="28ca3ff0-544f-450a-928b-99e19cf49b89" providerId="ADAL" clId="{FDDA6EB0-4FD6-4516-ACA5-A4CAC6441DA7}" dt="2026-04-01T15:03:25.560" v="1469" actId="14100"/>
          <ac:picMkLst>
            <pc:docMk/>
            <pc:sldMk cId="3927153290" sldId="264"/>
            <ac:picMk id="11" creationId="{C026A7AA-935B-5AD9-A5BF-DC59B4B79408}"/>
          </ac:picMkLst>
        </pc:picChg>
      </pc:sldChg>
      <pc:sldChg chg="addSp delSp modSp new mod modAnim">
        <pc:chgData name="Frommer, Ian Dr. (EDU)" userId="28ca3ff0-544f-450a-928b-99e19cf49b89" providerId="ADAL" clId="{FDDA6EB0-4FD6-4516-ACA5-A4CAC6441DA7}" dt="2026-04-01T16:04:22.395" v="2489" actId="1035"/>
        <pc:sldMkLst>
          <pc:docMk/>
          <pc:sldMk cId="3573334882" sldId="265"/>
        </pc:sldMkLst>
        <pc:spChg chg="mod">
          <ac:chgData name="Frommer, Ian Dr. (EDU)" userId="28ca3ff0-544f-450a-928b-99e19cf49b89" providerId="ADAL" clId="{FDDA6EB0-4FD6-4516-ACA5-A4CAC6441DA7}" dt="2026-04-01T16:00:46.184" v="2266" actId="404"/>
          <ac:spMkLst>
            <pc:docMk/>
            <pc:sldMk cId="3573334882" sldId="265"/>
            <ac:spMk id="2" creationId="{2493C232-27D4-A9EB-A30A-A983D1B40551}"/>
          </ac:spMkLst>
        </pc:spChg>
        <pc:spChg chg="mod">
          <ac:chgData name="Frommer, Ian Dr. (EDU)" userId="28ca3ff0-544f-450a-928b-99e19cf49b89" providerId="ADAL" clId="{FDDA6EB0-4FD6-4516-ACA5-A4CAC6441DA7}" dt="2026-04-01T16:04:22.395" v="2489" actId="1035"/>
          <ac:spMkLst>
            <pc:docMk/>
            <pc:sldMk cId="3573334882" sldId="265"/>
            <ac:spMk id="3" creationId="{40F5155D-CF27-03EB-E8D2-6E81E3EEA7C1}"/>
          </ac:spMkLst>
        </pc:spChg>
        <pc:spChg chg="add del">
          <ac:chgData name="Frommer, Ian Dr. (EDU)" userId="28ca3ff0-544f-450a-928b-99e19cf49b89" providerId="ADAL" clId="{FDDA6EB0-4FD6-4516-ACA5-A4CAC6441DA7}" dt="2026-04-01T16:03:46.196" v="2472" actId="22"/>
          <ac:spMkLst>
            <pc:docMk/>
            <pc:sldMk cId="3573334882" sldId="265"/>
            <ac:spMk id="7" creationId="{46815F1E-7D78-7CC8-6B96-A0FB8B8E6ABE}"/>
          </ac:spMkLst>
        </pc:spChg>
        <pc:graphicFrameChg chg="add mod">
          <ac:chgData name="Frommer, Ian Dr. (EDU)" userId="28ca3ff0-544f-450a-928b-99e19cf49b89" providerId="ADAL" clId="{FDDA6EB0-4FD6-4516-ACA5-A4CAC6441DA7}" dt="2026-04-01T16:03:57.300" v="2475" actId="1076"/>
          <ac:graphicFrameMkLst>
            <pc:docMk/>
            <pc:sldMk cId="3573334882" sldId="265"/>
            <ac:graphicFrameMk id="4" creationId="{25788F68-8E8E-9130-78DC-5389D887A482}"/>
          </ac:graphicFrameMkLst>
        </pc:graphicFrameChg>
        <pc:graphicFrameChg chg="add mod">
          <ac:chgData name="Frommer, Ian Dr. (EDU)" userId="28ca3ff0-544f-450a-928b-99e19cf49b89" providerId="ADAL" clId="{FDDA6EB0-4FD6-4516-ACA5-A4CAC6441DA7}" dt="2026-04-01T16:04:03.508" v="2477" actId="1076"/>
          <ac:graphicFrameMkLst>
            <pc:docMk/>
            <pc:sldMk cId="3573334882" sldId="265"/>
            <ac:graphicFrameMk id="5" creationId="{02DC4F57-AEC3-3F54-52BA-19C948046F00}"/>
          </ac:graphicFrameMkLst>
        </pc:graphicFrameChg>
        <pc:graphicFrameChg chg="add mod">
          <ac:chgData name="Frommer, Ian Dr. (EDU)" userId="28ca3ff0-544f-450a-928b-99e19cf49b89" providerId="ADAL" clId="{FDDA6EB0-4FD6-4516-ACA5-A4CAC6441DA7}" dt="2026-04-01T16:04:12.021" v="2478" actId="1076"/>
          <ac:graphicFrameMkLst>
            <pc:docMk/>
            <pc:sldMk cId="3573334882" sldId="265"/>
            <ac:graphicFrameMk id="8" creationId="{62AEB1F7-1327-E1FC-3076-F85DE1EC2895}"/>
          </ac:graphicFrameMkLst>
        </pc:graphicFrameChg>
      </pc:sldChg>
      <pc:sldChg chg="addSp modSp add mod">
        <pc:chgData name="Frommer, Ian Dr. (EDU)" userId="28ca3ff0-544f-450a-928b-99e19cf49b89" providerId="ADAL" clId="{FDDA6EB0-4FD6-4516-ACA5-A4CAC6441DA7}" dt="2026-04-01T15:59:22.881" v="2248" actId="14100"/>
        <pc:sldMkLst>
          <pc:docMk/>
          <pc:sldMk cId="332581886" sldId="266"/>
        </pc:sldMkLst>
        <pc:spChg chg="add mod">
          <ac:chgData name="Frommer, Ian Dr. (EDU)" userId="28ca3ff0-544f-450a-928b-99e19cf49b89" providerId="ADAL" clId="{FDDA6EB0-4FD6-4516-ACA5-A4CAC6441DA7}" dt="2026-04-01T15:59:22.881" v="2248" actId="14100"/>
          <ac:spMkLst>
            <pc:docMk/>
            <pc:sldMk cId="332581886" sldId="266"/>
            <ac:spMk id="2" creationId="{94F82092-D725-F0C5-6D0A-136A24345922}"/>
          </ac:spMkLst>
        </pc:spChg>
        <pc:spChg chg="mod">
          <ac:chgData name="Frommer, Ian Dr. (EDU)" userId="28ca3ff0-544f-450a-928b-99e19cf49b89" providerId="ADAL" clId="{FDDA6EB0-4FD6-4516-ACA5-A4CAC6441DA7}" dt="2026-04-01T15:59:15.221" v="2246" actId="1035"/>
          <ac:spMkLst>
            <pc:docMk/>
            <pc:sldMk cId="332581886" sldId="266"/>
            <ac:spMk id="3" creationId="{47B222CF-C9AF-F581-D508-CDA73169F0C7}"/>
          </ac:spMkLst>
        </pc:spChg>
        <pc:picChg chg="mod">
          <ac:chgData name="Frommer, Ian Dr. (EDU)" userId="28ca3ff0-544f-450a-928b-99e19cf49b89" providerId="ADAL" clId="{FDDA6EB0-4FD6-4516-ACA5-A4CAC6441DA7}" dt="2026-04-01T15:59:15.221" v="2246" actId="1035"/>
          <ac:picMkLst>
            <pc:docMk/>
            <pc:sldMk cId="332581886" sldId="266"/>
            <ac:picMk id="5" creationId="{8B3B4449-682B-1624-10E4-E0F21B2AAE40}"/>
          </ac:picMkLst>
        </pc:picChg>
      </pc:sldChg>
      <pc:sldChg chg="addSp delSp modSp add mod">
        <pc:chgData name="Frommer, Ian Dr. (EDU)" userId="28ca3ff0-544f-450a-928b-99e19cf49b89" providerId="ADAL" clId="{FDDA6EB0-4FD6-4516-ACA5-A4CAC6441DA7}" dt="2026-04-01T16:13:26.345" v="2801" actId="20577"/>
        <pc:sldMkLst>
          <pc:docMk/>
          <pc:sldMk cId="4075768391" sldId="267"/>
        </pc:sldMkLst>
        <pc:spChg chg="del">
          <ac:chgData name="Frommer, Ian Dr. (EDU)" userId="28ca3ff0-544f-450a-928b-99e19cf49b89" providerId="ADAL" clId="{FDDA6EB0-4FD6-4516-ACA5-A4CAC6441DA7}" dt="2026-04-01T16:09:35.065" v="2507" actId="478"/>
          <ac:spMkLst>
            <pc:docMk/>
            <pc:sldMk cId="4075768391" sldId="267"/>
            <ac:spMk id="2" creationId="{00000000-0000-0000-0000-000000000000}"/>
          </ac:spMkLst>
        </pc:spChg>
        <pc:spChg chg="add del mod">
          <ac:chgData name="Frommer, Ian Dr. (EDU)" userId="28ca3ff0-544f-450a-928b-99e19cf49b89" providerId="ADAL" clId="{FDDA6EB0-4FD6-4516-ACA5-A4CAC6441DA7}" dt="2026-04-01T16:13:19.291" v="2795" actId="478"/>
          <ac:spMkLst>
            <pc:docMk/>
            <pc:sldMk cId="4075768391" sldId="267"/>
            <ac:spMk id="6" creationId="{5E6B56CB-503C-9CED-0062-FAD85B31AFF0}"/>
          </ac:spMkLst>
        </pc:spChg>
        <pc:spChg chg="add mod">
          <ac:chgData name="Frommer, Ian Dr. (EDU)" userId="28ca3ff0-544f-450a-928b-99e19cf49b89" providerId="ADAL" clId="{FDDA6EB0-4FD6-4516-ACA5-A4CAC6441DA7}" dt="2026-04-01T16:13:26.345" v="2801" actId="20577"/>
          <ac:spMkLst>
            <pc:docMk/>
            <pc:sldMk cId="4075768391" sldId="267"/>
            <ac:spMk id="9" creationId="{8ABC4934-B549-4350-5539-3B70F5005FD9}"/>
          </ac:spMkLst>
        </pc:spChg>
      </pc:sldChg>
      <pc:sldChg chg="addSp delSp modSp add mod">
        <pc:chgData name="Frommer, Ian Dr. (EDU)" userId="28ca3ff0-544f-450a-928b-99e19cf49b89" providerId="ADAL" clId="{FDDA6EB0-4FD6-4516-ACA5-A4CAC6441DA7}" dt="2026-04-01T16:13:40.810" v="2809" actId="478"/>
        <pc:sldMkLst>
          <pc:docMk/>
          <pc:sldMk cId="251912492" sldId="268"/>
        </pc:sldMkLst>
        <pc:spChg chg="del">
          <ac:chgData name="Frommer, Ian Dr. (EDU)" userId="28ca3ff0-544f-450a-928b-99e19cf49b89" providerId="ADAL" clId="{FDDA6EB0-4FD6-4516-ACA5-A4CAC6441DA7}" dt="2026-04-01T16:13:30.611" v="2802" actId="478"/>
          <ac:spMkLst>
            <pc:docMk/>
            <pc:sldMk cId="251912492" sldId="268"/>
            <ac:spMk id="2" creationId="{00000000-0000-0000-0000-000000000000}"/>
          </ac:spMkLst>
        </pc:spChg>
        <pc:spChg chg="add del mod">
          <ac:chgData name="Frommer, Ian Dr. (EDU)" userId="28ca3ff0-544f-450a-928b-99e19cf49b89" providerId="ADAL" clId="{FDDA6EB0-4FD6-4516-ACA5-A4CAC6441DA7}" dt="2026-04-01T16:13:40.810" v="2809" actId="478"/>
          <ac:spMkLst>
            <pc:docMk/>
            <pc:sldMk cId="251912492" sldId="268"/>
            <ac:spMk id="6" creationId="{923C1F93-DEE0-A938-70C5-61EBF58D872E}"/>
          </ac:spMkLst>
        </pc:spChg>
        <pc:spChg chg="add mod">
          <ac:chgData name="Frommer, Ian Dr. (EDU)" userId="28ca3ff0-544f-450a-928b-99e19cf49b89" providerId="ADAL" clId="{FDDA6EB0-4FD6-4516-ACA5-A4CAC6441DA7}" dt="2026-04-01T16:13:37.611" v="2808" actId="20577"/>
          <ac:spMkLst>
            <pc:docMk/>
            <pc:sldMk cId="251912492" sldId="268"/>
            <ac:spMk id="7" creationId="{3DF4A3F8-9C93-4996-B685-312C028AEB5D}"/>
          </ac:spMkLst>
        </pc:spChg>
      </pc:sldChg>
      <pc:sldChg chg="addSp delSp modSp add mod">
        <pc:chgData name="Frommer, Ian Dr. (EDU)" userId="28ca3ff0-544f-450a-928b-99e19cf49b89" providerId="ADAL" clId="{FDDA6EB0-4FD6-4516-ACA5-A4CAC6441DA7}" dt="2026-04-01T16:09:38.744" v="2508" actId="478"/>
        <pc:sldMkLst>
          <pc:docMk/>
          <pc:sldMk cId="28864780" sldId="269"/>
        </pc:sldMkLst>
        <pc:spChg chg="del">
          <ac:chgData name="Frommer, Ian Dr. (EDU)" userId="28ca3ff0-544f-450a-928b-99e19cf49b89" providerId="ADAL" clId="{FDDA6EB0-4FD6-4516-ACA5-A4CAC6441DA7}" dt="2026-04-01T16:09:38.744" v="2508" actId="478"/>
          <ac:spMkLst>
            <pc:docMk/>
            <pc:sldMk cId="28864780" sldId="269"/>
            <ac:spMk id="2" creationId="{00000000-0000-0000-0000-000000000000}"/>
          </ac:spMkLst>
        </pc:spChg>
        <pc:spChg chg="add mod">
          <ac:chgData name="Frommer, Ian Dr. (EDU)" userId="28ca3ff0-544f-450a-928b-99e19cf49b89" providerId="ADAL" clId="{FDDA6EB0-4FD6-4516-ACA5-A4CAC6441DA7}" dt="2026-04-01T16:09:38.744" v="2508" actId="478"/>
          <ac:spMkLst>
            <pc:docMk/>
            <pc:sldMk cId="28864780" sldId="269"/>
            <ac:spMk id="4" creationId="{FD640805-D477-226F-694B-A139C4571C03}"/>
          </ac:spMkLst>
        </pc:spChg>
      </pc:sldChg>
      <pc:sldChg chg="addSp modSp new mod addAnim delAnim modAnim">
        <pc:chgData name="Frommer, Ian Dr. (EDU)" userId="28ca3ff0-544f-450a-928b-99e19cf49b89" providerId="ADAL" clId="{FDDA6EB0-4FD6-4516-ACA5-A4CAC6441DA7}" dt="2026-04-01T17:09:02.732" v="3180" actId="20577"/>
        <pc:sldMkLst>
          <pc:docMk/>
          <pc:sldMk cId="4244803115" sldId="270"/>
        </pc:sldMkLst>
        <pc:spChg chg="mod">
          <ac:chgData name="Frommer, Ian Dr. (EDU)" userId="28ca3ff0-544f-450a-928b-99e19cf49b89" providerId="ADAL" clId="{FDDA6EB0-4FD6-4516-ACA5-A4CAC6441DA7}" dt="2026-04-01T16:16:32.427" v="3154" actId="14100"/>
          <ac:spMkLst>
            <pc:docMk/>
            <pc:sldMk cId="4244803115" sldId="270"/>
            <ac:spMk id="2" creationId="{17391D5F-C76D-5BB7-2657-501154EA76B0}"/>
          </ac:spMkLst>
        </pc:spChg>
        <pc:spChg chg="mod">
          <ac:chgData name="Frommer, Ian Dr. (EDU)" userId="28ca3ff0-544f-450a-928b-99e19cf49b89" providerId="ADAL" clId="{FDDA6EB0-4FD6-4516-ACA5-A4CAC6441DA7}" dt="2026-04-01T17:09:02.732" v="3180" actId="20577"/>
          <ac:spMkLst>
            <pc:docMk/>
            <pc:sldMk cId="4244803115" sldId="270"/>
            <ac:spMk id="3" creationId="{2FBE828C-3B89-8C2E-1919-33F7A718C782}"/>
          </ac:spMkLst>
        </pc:spChg>
        <pc:spChg chg="add mod">
          <ac:chgData name="Frommer, Ian Dr. (EDU)" userId="28ca3ff0-544f-450a-928b-99e19cf49b89" providerId="ADAL" clId="{FDDA6EB0-4FD6-4516-ACA5-A4CAC6441DA7}" dt="2026-04-01T16:15:30.922" v="2990" actId="1076"/>
          <ac:spMkLst>
            <pc:docMk/>
            <pc:sldMk cId="4244803115" sldId="270"/>
            <ac:spMk id="5" creationId="{5CC45494-9DB9-310F-7E1A-2C9F65E4105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749926-5594-4142-8862-5CCD84CBAACA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2BB91E-6B27-4F3F-88F4-98CABF9FC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217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By Suvanjanprasai - Own work, CC BY-SA 4.0, https://commons.wikimedia.org/w/index.php?curid=156115980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2BB91E-6B27-4F3F-88F4-98CABF9FCB1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738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10902-7D85-380B-9AC6-4B5F5F218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813029-93AB-3B70-0198-D6E384BB7B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E656D-192C-16B2-C0B8-B3F92374C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3A91-3C40-40BC-B47F-B3D4F5151C1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E492A-3B22-B14C-589C-FD74A71C6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65009-17DE-8214-619F-71261A373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4159C-AD4A-4973-A5E0-A13BADCF16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431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94D9E-0DA3-AAA7-F460-B08993AFC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C1961-0875-2577-5B23-05CE73C68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C05BB5-29BB-8336-DD47-6C6E557EE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3A91-3C40-40BC-B47F-B3D4F5151C1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1C128-A77A-1D1A-3BA8-791E479D2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64A80-BF0A-9142-6B5A-EC5338560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4159C-AD4A-4973-A5E0-A13BADCF16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308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0D14F-A4BE-F1A2-A5FA-1D860EEE9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DDDD9A-9685-EBE6-A529-52ED19DAEE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0DA2C-CCE9-993A-7AD5-329975988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3A91-3C40-40BC-B47F-B3D4F5151C1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06C22E-69F5-09E2-A059-09FB35F1C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370F5-36B7-F0E0-96A9-BAF6A5F05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4159C-AD4A-4973-A5E0-A13BADCF16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769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6B59E-9ECD-749C-BC4B-759302590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6104D-1D82-C1F5-FC2C-EBD3D5ED57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5074-8F0A-1E20-4A40-9911E9EF55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8B0302-CC27-5797-EFFB-8DD1008EA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3A91-3C40-40BC-B47F-B3D4F5151C1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56F991-2B5A-151E-EEF4-69A9DD290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0C888F-B990-29BB-182F-CA2860F08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4159C-AD4A-4973-A5E0-A13BADCF16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4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D3833-C384-B25B-6507-413296BA5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1F31F-8536-599F-719F-AB3CF4258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22D3AC-BB25-C7A1-B5AD-D79DE59D7D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EE5893-2BBC-2BBB-C5DD-0C57F9B41A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0BE2C-87CA-97C0-1544-E76686C774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5B4B81-8CDC-B775-9ED9-EF7803D12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3A91-3C40-40BC-B47F-B3D4F5151C1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C16436-5963-7FDE-7B21-EE33714D1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5CF907-B0FC-6F78-50FF-0CEFE5368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4159C-AD4A-4973-A5E0-A13BADCF16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597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09283-EE2F-2C8A-907F-7CEDA490E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992F00-190B-B8B3-51A8-6106CD15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3A91-3C40-40BC-B47F-B3D4F5151C1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9FD98A-8A3A-4997-3DA5-BEA52DDBB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A46BEB-DDDF-5660-4731-99D8D209D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4159C-AD4A-4973-A5E0-A13BADCF16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993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198038-D58E-96ED-A0E3-87F9B525D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3A91-3C40-40BC-B47F-B3D4F5151C1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DDD2B8-EAE4-3456-3CB9-44B45B383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33E2FA-C6B0-4320-B5AB-C52588A87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4159C-AD4A-4973-A5E0-A13BADCF16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985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CA807-467F-C0B8-B489-6F544A156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E9120-7143-EFAD-A462-568F1D704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B500EB-8503-26D5-5A1B-24445FBB12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51FDCA-D77E-0299-5B41-0652CEA0F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3A91-3C40-40BC-B47F-B3D4F5151C1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33C9DA-8FAF-EA10-3A7A-94F7366B7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792BFD-C43C-E2E4-A7A0-7D5D2B839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4159C-AD4A-4973-A5E0-A13BADCF16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081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F94AC-34DA-7BE4-68FC-08A63DC1D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90D1F9-E210-8EF7-1421-153D351CAA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D07DF9-6A27-0527-A819-E0AC30863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7F9628-DA43-E5A6-D3B9-341EAF0C5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3A91-3C40-40BC-B47F-B3D4F5151C1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9D9D32-AE39-7CA0-11E4-D0B70E9A3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B854F2-495D-2ABD-52CB-FEA91815C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4159C-AD4A-4973-A5E0-A13BADCF16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861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7CEF2-32CA-E8DC-81B5-C90D7D14A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9C81A1-A9F0-AC88-3B8B-B5CD95F5EC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956F6-51A5-18A9-C8CF-5326F65FF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3A91-3C40-40BC-B47F-B3D4F5151C1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09F05-DCB9-F291-3569-754425D6A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D3049-470D-3D5C-D083-B96225C44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4159C-AD4A-4973-A5E0-A13BADCF16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421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DD5237-8470-01AD-782C-3BE6CDC17F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5DE73E-A0D0-C2B4-126D-71E6FFE7E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9581A-577E-A98E-BEF9-3EA4A048F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3A91-3C40-40BC-B47F-B3D4F5151C1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30B89C-D07F-1CB7-085E-39E68F119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D3C1BC-74C5-C8B0-7D7B-6C814EBC6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4159C-AD4A-4973-A5E0-A13BADCF16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520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E23D58-2724-95AE-750C-AC401CDBE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2C7782-1D1D-DB91-DB1C-5CC6C34700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743B8-B473-A129-EE35-D729F8DC77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173A91-3C40-40BC-B47F-B3D4F5151C1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46491-5B9F-D315-098D-5671A2AD9C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CFDDA-9B24-8A0E-1365-C9736F5554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04159C-AD4A-4973-A5E0-A13BADCF16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776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F60iJ3xxgtg" TargetMode="External"/><Relationship Id="rId2" Type="http://schemas.openxmlformats.org/officeDocument/2006/relationships/hyperlink" Target="https://youtu.be/lWEKiak0WVU?si=5kGQ4QuYivKq2iDc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pillow.readthedocs.io/en/stable/handbook/index.html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ndata.co/blog/fish-winners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8.png"/><Relationship Id="rId4" Type="http://schemas.openxmlformats.org/officeDocument/2006/relationships/image" Target="../media/image14.png"/><Relationship Id="rId9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22DCA-24C6-7BEA-57B8-C189B16139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9170" y="2992864"/>
            <a:ext cx="9144000" cy="872271"/>
          </a:xfrm>
        </p:spPr>
        <p:txBody>
          <a:bodyPr>
            <a:normAutofit fontScale="90000"/>
          </a:bodyPr>
          <a:lstStyle/>
          <a:p>
            <a:r>
              <a:rPr lang="en-US"/>
              <a:t>images as data</a:t>
            </a:r>
          </a:p>
        </p:txBody>
      </p:sp>
      <p:pic>
        <p:nvPicPr>
          <p:cNvPr id="1026" name="Picture 2" descr="MNIST sample images">
            <a:extLst>
              <a:ext uri="{FF2B5EF4-FFF2-40B4-BE49-F238E27FC236}">
                <a16:creationId xmlns:a16="http://schemas.microsoft.com/office/drawing/2014/main" id="{47A506CA-0A24-7F6C-DDE1-8CBB07F9F0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1130" y="646829"/>
            <a:ext cx="3098898" cy="1537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CD31FE-C8AF-097B-E2BB-9768F65E4D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0878" y="4407351"/>
            <a:ext cx="2139402" cy="2139402"/>
          </a:xfrm>
          <a:prstGeom prst="rect">
            <a:avLst/>
          </a:prstGeom>
        </p:spPr>
      </p:pic>
      <p:pic>
        <p:nvPicPr>
          <p:cNvPr id="10" name="Picture 9" descr="A boat on the water&#10;&#10;AI-generated content may be incorrect.">
            <a:extLst>
              <a:ext uri="{FF2B5EF4-FFF2-40B4-BE49-F238E27FC236}">
                <a16:creationId xmlns:a16="http://schemas.microsoft.com/office/drawing/2014/main" id="{4CF94452-CE7A-0CDE-19A1-96F9BEDE30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801"/>
          <a:stretch/>
        </p:blipFill>
        <p:spPr>
          <a:xfrm>
            <a:off x="744657" y="4407351"/>
            <a:ext cx="3375059" cy="20431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DC466A1-9431-A87E-A489-B45677C52E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332" y="520017"/>
            <a:ext cx="1487276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445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65BED-C96C-9EF6-8FCB-2796A355B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images as data - 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6EFD5-C7BB-0DDD-4C52-5549625DE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u="sng"/>
              <a:t>Today</a:t>
            </a:r>
          </a:p>
          <a:p>
            <a:r>
              <a:rPr lang="en-US"/>
              <a:t>quick preliminaries with </a:t>
            </a:r>
            <a:r>
              <a:rPr lang="en-US" b="1"/>
              <a:t>VS Code</a:t>
            </a:r>
          </a:p>
          <a:p>
            <a:r>
              <a:rPr lang="en-US"/>
              <a:t>the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pillow </a:t>
            </a:r>
            <a:r>
              <a:rPr lang="en-US"/>
              <a:t>Python library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u="sng"/>
              <a:t>Next time</a:t>
            </a:r>
          </a:p>
          <a:p>
            <a:r>
              <a:rPr lang="en-US"/>
              <a:t>(tentatively) the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OpenCV</a:t>
            </a:r>
            <a:r>
              <a:rPr lang="en-US"/>
              <a:t> Python library</a:t>
            </a:r>
          </a:p>
        </p:txBody>
      </p:sp>
    </p:spTree>
    <p:extLst>
      <p:ext uri="{BB962C8B-B14F-4D97-AF65-F5344CB8AC3E}">
        <p14:creationId xmlns:p14="http://schemas.microsoft.com/office/powerpoint/2010/main" val="510179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BDA2C-7848-51E1-32EF-FA25EF883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942" y="-33457"/>
            <a:ext cx="10515600" cy="1325563"/>
          </a:xfrm>
        </p:spPr>
        <p:txBody>
          <a:bodyPr/>
          <a:lstStyle/>
          <a:p>
            <a:r>
              <a:rPr lang="en-US"/>
              <a:t>VS Code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E9851-B3AF-2DA8-F41C-E2B14BAC15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942" y="1427043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b="1"/>
              <a:t>Comand palette</a:t>
            </a:r>
          </a:p>
          <a:p>
            <a:pPr lvl="1"/>
            <a:r>
              <a:rPr lang="en-US"/>
              <a:t>CTL-Shift-P or from View menu</a:t>
            </a:r>
          </a:p>
          <a:p>
            <a:pPr lvl="1"/>
            <a:r>
              <a:rPr lang="en-US"/>
              <a:t>Access a lot of useful commands from here</a:t>
            </a:r>
          </a:p>
          <a:p>
            <a:r>
              <a:rPr lang="en-US" b="1"/>
              <a:t>Change conda environment</a:t>
            </a:r>
          </a:p>
          <a:p>
            <a:pPr lvl="1"/>
            <a:r>
              <a:rPr lang="en-US"/>
              <a:t>Command palette </a:t>
            </a:r>
            <a:r>
              <a:rPr lang="en-US">
                <a:sym typeface="Wingdings" panose="05000000000000000000" pitchFamily="2" charset="2"/>
              </a:rPr>
              <a:t> </a:t>
            </a:r>
            <a:r>
              <a:rPr lang="en-US"/>
              <a:t>Python: Select Interpreter , or</a:t>
            </a:r>
          </a:p>
          <a:p>
            <a:pPr lvl="1"/>
            <a:r>
              <a:rPr lang="en-US"/>
              <a:t>with editor window selected bottom right corner, click to change</a:t>
            </a:r>
          </a:p>
          <a:p>
            <a:r>
              <a:rPr lang="en-US" b="1"/>
              <a:t>Open a Python terminal</a:t>
            </a:r>
          </a:p>
          <a:p>
            <a:pPr lvl="1"/>
            <a:r>
              <a:rPr lang="en-US"/>
              <a:t>Command palette </a:t>
            </a:r>
            <a:r>
              <a:rPr lang="en-US">
                <a:sym typeface="Wingdings" panose="05000000000000000000" pitchFamily="2" charset="2"/>
              </a:rPr>
              <a:t> </a:t>
            </a:r>
            <a:r>
              <a:rPr lang="en-US"/>
              <a:t>type REPL , or </a:t>
            </a:r>
          </a:p>
          <a:p>
            <a:pPr lvl="1"/>
            <a:r>
              <a:rPr lang="en-US"/>
              <a:t>from a line of code in a py file in the editor type shift-enter</a:t>
            </a:r>
          </a:p>
          <a:p>
            <a:pPr lvl="2"/>
            <a:r>
              <a:rPr lang="en-US"/>
              <a:t>note: then can control-click where it says “Ctrl click to launch VS Code Native REPL” to launch a Jupyter-like terminal</a:t>
            </a:r>
          </a:p>
          <a:p>
            <a:pPr lvl="1"/>
            <a:r>
              <a:rPr lang="en-US"/>
              <a:t>will be in whatever environment you selected</a:t>
            </a: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A7A64E-3070-555E-E048-2D03D992C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8366" y="681037"/>
            <a:ext cx="4874523" cy="1560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8EA7A4-29E3-682C-9301-3949ADD149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4556"/>
          <a:stretch>
            <a:fillRect/>
          </a:stretch>
        </p:blipFill>
        <p:spPr>
          <a:xfrm>
            <a:off x="8889303" y="2666249"/>
            <a:ext cx="3196262" cy="7627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559748D-4971-CD46-880D-5B2F79922C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7263" y="3853404"/>
            <a:ext cx="3905795" cy="8192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1753F42-CE7C-713C-939B-E3D56520C1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8882" y="5126627"/>
            <a:ext cx="4522618" cy="1573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877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0D3B1-DD3D-377F-C3DA-1DF970DED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VS Code Tips </a:t>
            </a:r>
            <a:r>
              <a:rPr lang="en-US" sz="3600"/>
              <a:t>(continued)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47E8D-8013-B89A-DB24-F8422F3594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/>
              <a:t>also:  triangle above editor </a:t>
            </a:r>
          </a:p>
          <a:p>
            <a:pPr lvl="1"/>
            <a:r>
              <a:rPr lang="en-US"/>
              <a:t>can lead to either of those Python terminals</a:t>
            </a:r>
          </a:p>
          <a:p>
            <a:endParaRPr lang="en-US"/>
          </a:p>
          <a:p>
            <a:r>
              <a:rPr lang="en-US"/>
              <a:t>code cells (like in Spyder)</a:t>
            </a:r>
          </a:p>
          <a:p>
            <a:pPr lvl="1"/>
            <a:r>
              <a:rPr lang="en-US"/>
              <a:t>in editor type “# %%” to create cell</a:t>
            </a:r>
          </a:p>
          <a:p>
            <a:pPr lvl="1"/>
            <a:r>
              <a:rPr lang="en-US"/>
              <a:t> then can run these cells in the VS Code Native REPL (~Jupyter) </a:t>
            </a:r>
          </a:p>
          <a:p>
            <a:endParaRPr lang="en-US"/>
          </a:p>
          <a:p>
            <a:r>
              <a:rPr lang="en-US"/>
              <a:t>can add breakpoints in editor and use debugger – same triangle pull-down or “Run and Debug” triangle on LHS of VS Code</a:t>
            </a:r>
          </a:p>
          <a:p>
            <a:endParaRPr lang="en-US"/>
          </a:p>
          <a:p>
            <a:r>
              <a:rPr lang="en-US"/>
              <a:t>note Jupyter must exist </a:t>
            </a:r>
            <a:r>
              <a:rPr lang="en-US" b="1"/>
              <a:t>in the selected Python environment </a:t>
            </a:r>
            <a:r>
              <a:rPr lang="en-US"/>
              <a:t>for this Jupyter-like REPL to work</a:t>
            </a:r>
          </a:p>
          <a:p>
            <a:pPr lvl="1"/>
            <a:r>
              <a:rPr lang="en-US"/>
              <a:t>if you switch environments you may see: “Kernel not found”  or “Jupyter not installed”</a:t>
            </a:r>
          </a:p>
          <a:p>
            <a:pPr lvl="1"/>
            <a:r>
              <a:rPr lang="en-US"/>
              <a:t>if so, activate this environment (e.g. in PowerShell) and pip install jupyter</a:t>
            </a:r>
          </a:p>
          <a:p>
            <a:pPr lvl="1"/>
            <a:endParaRPr lang="en-US"/>
          </a:p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26A7AA-935B-5AD9-A5BF-DC59B4B79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4198" y="1027906"/>
            <a:ext cx="3890125" cy="2113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153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30DE9-34D8-8436-DB75-1B3B50263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Helpful Videos on VS Code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7BD9C-9AAD-9CBB-A10E-7EDF4287E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https://youtu.be/lWEKiak0WVU?si=5kGQ4QuYivKq2iDc</a:t>
            </a:r>
            <a:endParaRPr lang="en-US"/>
          </a:p>
          <a:p>
            <a:r>
              <a:rPr lang="en-US">
                <a:hlinkClick r:id="rId3"/>
              </a:rPr>
              <a:t>https://www.youtube.com/watch?v=F60iJ3xxgtg</a:t>
            </a:r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818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151E7-0D4F-4026-9C2C-779B69318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pillow</a:t>
            </a:r>
            <a:r>
              <a:rPr lang="en-US"/>
              <a:t> Python library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C5777-5CB5-15EE-A8A2-601AF4A269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/>
              <a:t>Use for:</a:t>
            </a:r>
          </a:p>
          <a:p>
            <a:pPr lvl="1"/>
            <a:r>
              <a:rPr lang="en-US"/>
              <a:t>Opening and saving images </a:t>
            </a:r>
          </a:p>
          <a:p>
            <a:pPr lvl="1"/>
            <a:r>
              <a:rPr lang="en-US"/>
              <a:t>Basic edits: </a:t>
            </a:r>
          </a:p>
          <a:p>
            <a:pPr lvl="2"/>
            <a:r>
              <a:rPr lang="en-US"/>
              <a:t>resize </a:t>
            </a:r>
          </a:p>
          <a:p>
            <a:pPr lvl="2"/>
            <a:r>
              <a:rPr lang="en-US"/>
              <a:t>crop </a:t>
            </a:r>
          </a:p>
          <a:p>
            <a:pPr lvl="2"/>
            <a:r>
              <a:rPr lang="en-US"/>
              <a:t>rotate </a:t>
            </a:r>
          </a:p>
          <a:p>
            <a:pPr lvl="1"/>
            <a:r>
              <a:rPr lang="en-US"/>
              <a:t>Drawing text or shapes </a:t>
            </a:r>
          </a:p>
          <a:p>
            <a:pPr lvl="1"/>
            <a:r>
              <a:rPr lang="en-US"/>
              <a:t>Simple filters </a:t>
            </a:r>
          </a:p>
          <a:p>
            <a:r>
              <a:rPr lang="en-US" b="1"/>
              <a:t>Example use cases:</a:t>
            </a:r>
          </a:p>
          <a:p>
            <a:pPr lvl="1"/>
            <a:r>
              <a:rPr lang="en-US"/>
              <a:t>Generating images (thumbnails, reports) </a:t>
            </a:r>
          </a:p>
          <a:p>
            <a:pPr lvl="1"/>
            <a:r>
              <a:rPr lang="en-US"/>
              <a:t>Adding watermarks </a:t>
            </a:r>
          </a:p>
          <a:p>
            <a:pPr lvl="1"/>
            <a:r>
              <a:rPr lang="en-US"/>
              <a:t>Preparing images for display</a:t>
            </a:r>
          </a:p>
          <a:p>
            <a:r>
              <a:rPr lang="en-US" b="1"/>
              <a:t>Install/usage</a:t>
            </a:r>
          </a:p>
          <a:p>
            <a:pPr lvl="1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pip install pillow	# likely already installed due to matplotlib</a:t>
            </a:r>
          </a:p>
          <a:p>
            <a:pPr lvl="1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from PIL import Image  # historical reasons</a:t>
            </a:r>
          </a:p>
          <a:p>
            <a:pPr lvl="1"/>
            <a:r>
              <a:rPr lang="en-US">
                <a:cs typeface="Courier New" panose="02070309020205020404" pitchFamily="49" charset="0"/>
                <a:hlinkClick r:id="rId2"/>
              </a:rPr>
              <a:t>https://pillow.readthedocs.io/en/stable/handbook/index.html</a:t>
            </a:r>
            <a:endParaRPr lang="en-US">
              <a:cs typeface="Courier New" panose="02070309020205020404" pitchFamily="49" charset="0"/>
            </a:endParaRPr>
          </a:p>
          <a:p>
            <a:endParaRPr lang="en-US"/>
          </a:p>
        </p:txBody>
      </p:sp>
      <p:pic>
        <p:nvPicPr>
          <p:cNvPr id="1026" name="Picture 2" descr="Pillow logo">
            <a:extLst>
              <a:ext uri="{FF2B5EF4-FFF2-40B4-BE49-F238E27FC236}">
                <a16:creationId xmlns:a16="http://schemas.microsoft.com/office/drawing/2014/main" id="{C9E66F70-56FA-0169-A2BF-69E4C7D70E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6797" y="1127329"/>
            <a:ext cx="236220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EDCB451-96B2-C2FB-1F26-F38939F8C415}"/>
              </a:ext>
            </a:extLst>
          </p:cNvPr>
          <p:cNvSpPr txBox="1"/>
          <p:nvPr/>
        </p:nvSpPr>
        <p:spPr>
          <a:xfrm>
            <a:off x="7875639" y="36435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https://pypi.org/project/pillow/</a:t>
            </a:r>
          </a:p>
        </p:txBody>
      </p:sp>
    </p:spTree>
    <p:extLst>
      <p:ext uri="{BB962C8B-B14F-4D97-AF65-F5344CB8AC3E}">
        <p14:creationId xmlns:p14="http://schemas.microsoft.com/office/powerpoint/2010/main" val="2652372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A841A-1258-3FCE-6DC4-C6EABE48E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58" y="-44754"/>
            <a:ext cx="10515600" cy="1325563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/>
              <a:t>Pillow Commands Reference</a:t>
            </a:r>
            <a:endParaRPr lang="en-US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B5492511-244F-FDD2-49A7-057398D7F6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2290040"/>
              </p:ext>
            </p:extLst>
          </p:nvPr>
        </p:nvGraphicFramePr>
        <p:xfrm>
          <a:off x="506550" y="1664678"/>
          <a:ext cx="10972800" cy="5120049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4030281">
                  <a:extLst>
                    <a:ext uri="{9D8B030D-6E8A-4147-A177-3AD203B41FA5}">
                      <a16:colId xmlns:a16="http://schemas.microsoft.com/office/drawing/2014/main" val="508926377"/>
                    </a:ext>
                  </a:extLst>
                </a:gridCol>
                <a:gridCol w="6942519">
                  <a:extLst>
                    <a:ext uri="{9D8B030D-6E8A-4147-A177-3AD203B41FA5}">
                      <a16:colId xmlns:a16="http://schemas.microsoft.com/office/drawing/2014/main" val="711976907"/>
                    </a:ext>
                  </a:extLst>
                </a:gridCol>
              </a:tblGrid>
              <a:tr h="3681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Command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465" marR="9465" marT="9465" marB="94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What it does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465" marR="9465" marT="9465" marB="94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7982917"/>
                  </a:ext>
                </a:extLst>
              </a:tr>
              <a:tr h="3681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img = Image.open("baboon.png")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465" marR="9465" marT="9465" marB="94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Loads an image file into a Pillow image object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0774800"/>
                  </a:ext>
                </a:extLst>
              </a:tr>
              <a:tr h="3681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img.format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465" marR="9465" marT="9465" marB="94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Returns the file format (e.g., 'PNG')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5851114"/>
                  </a:ext>
                </a:extLst>
              </a:tr>
              <a:tr h="7345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img.format_description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465" marR="9465" marT="9465" marB="94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Returns a human-readable description of the format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6074141"/>
                  </a:ext>
                </a:extLst>
              </a:tr>
              <a:tr h="3681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img.crop((x1, y1, x2, y2))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465" marR="9465" marT="9465" marB="94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Crops a rectangular region from the image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2495935"/>
                  </a:ext>
                </a:extLst>
              </a:tr>
              <a:tr h="3681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img.copy()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465" marR="9465" marT="9465" marB="94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Creates a copy of the image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2082534"/>
                  </a:ext>
                </a:extLst>
              </a:tr>
              <a:tr h="3681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img.resize((w, h))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465" marR="9465" marT="9465" marB="94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Resizes the image to width w and height h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0321086"/>
                  </a:ext>
                </a:extLst>
              </a:tr>
              <a:tr h="7345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img.paste(other_img, (x, y))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465" marR="9465" marT="9465" marB="94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Pastes another image onto this one at position (x, y)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6043962"/>
                  </a:ext>
                </a:extLst>
              </a:tr>
              <a:tr h="7345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Image.new("RGB", size)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465" marR="9465" marT="9465" marB="94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Creates a new blank image with given mode and size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3435814"/>
                  </a:ext>
                </a:extLst>
              </a:tr>
              <a:tr h="3681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img.rotate(angle)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465" marR="9465" marT="9465" marB="94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Rotates the image by a given angle (degrees)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7410326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6FB9E7C-A4A7-0BBE-23E9-FDDEFB364D24}"/>
              </a:ext>
            </a:extLst>
          </p:cNvPr>
          <p:cNvSpPr txBox="1">
            <a:spLocks/>
          </p:cNvSpPr>
          <p:nvPr/>
        </p:nvSpPr>
        <p:spPr>
          <a:xfrm>
            <a:off x="838200" y="1088875"/>
            <a:ext cx="10515600" cy="38386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We will work through a number of these in a Jupyter notebook.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356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2B3C3-33E9-C837-4B64-664145062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435"/>
            <a:ext cx="10515600" cy="1325563"/>
          </a:xfrm>
        </p:spPr>
        <p:txBody>
          <a:bodyPr/>
          <a:lstStyle/>
          <a:p>
            <a:r>
              <a:rPr lang="en-US" altLang="en-US"/>
              <a:t>Pillow Commands Reference </a:t>
            </a:r>
            <a:r>
              <a:rPr lang="en-US" altLang="en-US" sz="3600"/>
              <a:t>(continued)</a:t>
            </a:r>
            <a:endParaRPr lang="en-US"/>
          </a:p>
        </p:txBody>
      </p:sp>
      <p:graphicFrame>
        <p:nvGraphicFramePr>
          <p:cNvPr id="4" name="Content Placeholder 9">
            <a:extLst>
              <a:ext uri="{FF2B5EF4-FFF2-40B4-BE49-F238E27FC236}">
                <a16:creationId xmlns:a16="http://schemas.microsoft.com/office/drawing/2014/main" id="{0ED44F30-53F9-9D1A-8960-6B14F444EB2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66530059"/>
              </p:ext>
            </p:extLst>
          </p:nvPr>
        </p:nvGraphicFramePr>
        <p:xfrm>
          <a:off x="605594" y="1057104"/>
          <a:ext cx="10748206" cy="5084081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5374103">
                  <a:extLst>
                    <a:ext uri="{9D8B030D-6E8A-4147-A177-3AD203B41FA5}">
                      <a16:colId xmlns:a16="http://schemas.microsoft.com/office/drawing/2014/main" val="508926377"/>
                    </a:ext>
                  </a:extLst>
                </a:gridCol>
                <a:gridCol w="5374103">
                  <a:extLst>
                    <a:ext uri="{9D8B030D-6E8A-4147-A177-3AD203B41FA5}">
                      <a16:colId xmlns:a16="http://schemas.microsoft.com/office/drawing/2014/main" val="711976907"/>
                    </a:ext>
                  </a:extLst>
                </a:gridCol>
              </a:tblGrid>
              <a:tr h="43171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Command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What it does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7982917"/>
                  </a:ext>
                </a:extLst>
              </a:tr>
              <a:tr h="43171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img.transpose(Image.FLIP_LEFT_RIGHT)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Flips the image horizontally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3473154"/>
                  </a:ext>
                </a:extLst>
              </a:tr>
              <a:tr h="43171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img.transpose(Image.FLIP_TOP_BOTTOM)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Flips the image vertically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1539641"/>
                  </a:ext>
                </a:extLst>
              </a:tr>
              <a:tr h="43171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img.transpose(Image.ROTATE_90)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Rotates the image 90° counterclockwise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0760514"/>
                  </a:ext>
                </a:extLst>
              </a:tr>
              <a:tr h="43171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img.transpose(Image.ROTATE_180)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Rotates the image 180°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262844"/>
                  </a:ext>
                </a:extLst>
              </a:tr>
              <a:tr h="43171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img.transpose(Image.ROTATE_270)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Rotates the image 270°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9666472"/>
                  </a:ext>
                </a:extLst>
              </a:tr>
              <a:tr h="43171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img.size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Returns (width, height) of the image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3562559"/>
                  </a:ext>
                </a:extLst>
              </a:tr>
              <a:tr h="43171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img.mode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Returns the color mode (e.g., 'RGB')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3029283"/>
                  </a:ext>
                </a:extLst>
              </a:tr>
              <a:tr h="76690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img.load()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Gives access to pixel data for reading/modifying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5606081"/>
                  </a:ext>
                </a:extLst>
              </a:tr>
              <a:tr h="43171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pixels[x, y]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Accesses the pixel at position (x, y)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8362045"/>
                  </a:ext>
                </a:extLst>
              </a:tr>
              <a:tr h="43171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img.save("file.png")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Saves the image to a file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610234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B5D2035-9BDE-487D-2A5D-009E8C70E4F3}"/>
              </a:ext>
            </a:extLst>
          </p:cNvPr>
          <p:cNvSpPr txBox="1"/>
          <p:nvPr/>
        </p:nvSpPr>
        <p:spPr>
          <a:xfrm>
            <a:off x="351692" y="629201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Check out: </a:t>
            </a:r>
            <a:r>
              <a:rPr lang="en-US">
                <a:hlinkClick r:id="rId2"/>
              </a:rPr>
              <a:t>https://drivendata.co/blog/fish-winners</a:t>
            </a:r>
            <a:r>
              <a:rPr 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912418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222CF-C9AF-F581-D508-CDA73169F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128614"/>
            <a:ext cx="10515600" cy="69311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from Python for Everyone by </a:t>
            </a:r>
            <a:r>
              <a:rPr lang="en-US" dirty="0" err="1"/>
              <a:t>Horstmann</a:t>
            </a:r>
            <a:r>
              <a:rPr lang="en-US" dirty="0"/>
              <a:t> and </a:t>
            </a:r>
            <a:r>
              <a:rPr lang="en-US" dirty="0" err="1"/>
              <a:t>Necaise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3B4449-682B-1624-10E4-E0F21B2AA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615" y="1118899"/>
            <a:ext cx="9586770" cy="48292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4F82092-D725-F0C5-6D0A-136A24345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18899"/>
          </a:xfrm>
        </p:spPr>
        <p:txBody>
          <a:bodyPr/>
          <a:lstStyle/>
          <a:p>
            <a:r>
              <a:rPr lang="en-US"/>
              <a:t>Edge Detection – maybe more on this later</a:t>
            </a:r>
          </a:p>
        </p:txBody>
      </p:sp>
    </p:spTree>
    <p:extLst>
      <p:ext uri="{BB962C8B-B14F-4D97-AF65-F5344CB8AC3E}">
        <p14:creationId xmlns:p14="http://schemas.microsoft.com/office/powerpoint/2010/main" val="332581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3C232-27D4-A9EB-A30A-A983D1B40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Image application using </a:t>
            </a:r>
            <a:r>
              <a:rPr lang="en-US" sz="4000">
                <a:latin typeface="Courier New" panose="02070309020205020404" pitchFamily="49" charset="0"/>
                <a:cs typeface="Courier New" panose="02070309020205020404" pitchFamily="49" charset="0"/>
              </a:rPr>
              <a:t>pillow</a:t>
            </a:r>
            <a:r>
              <a:rPr lang="en-US" sz="4000"/>
              <a:t>: </a:t>
            </a:r>
            <a:r>
              <a:rPr lang="en-US" sz="4000" b="1"/>
              <a:t>Steganography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5155D-CF27-03EB-E8D2-6E81E3EEA7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8057"/>
            <a:ext cx="10515600" cy="4351338"/>
          </a:xfrm>
        </p:spPr>
        <p:txBody>
          <a:bodyPr/>
          <a:lstStyle/>
          <a:p>
            <a:r>
              <a:rPr lang="en-US" b="1"/>
              <a:t>Steganography</a:t>
            </a:r>
            <a:r>
              <a:rPr lang="en-US"/>
              <a:t>: hiding secret information in non-secret data</a:t>
            </a:r>
          </a:p>
          <a:p>
            <a:r>
              <a:rPr lang="en-US"/>
              <a:t>Background</a:t>
            </a:r>
          </a:p>
          <a:p>
            <a:pPr lvl="1"/>
            <a:r>
              <a:rPr lang="en-US"/>
              <a:t>images are m x n matrices of pixels</a:t>
            </a:r>
          </a:p>
          <a:p>
            <a:pPr lvl="1"/>
            <a:r>
              <a:rPr lang="en-US"/>
              <a:t>pixels typically contain 3 color components: red, blue green</a:t>
            </a:r>
          </a:p>
          <a:p>
            <a:pPr lvl="1"/>
            <a:r>
              <a:rPr lang="en-US"/>
              <a:t>amount of each color in pixel can represented with an 8-bit value (0-255)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5788F68-8E8E-9130-78DC-5389D887A4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856141"/>
              </p:ext>
            </p:extLst>
          </p:nvPr>
        </p:nvGraphicFramePr>
        <p:xfrm>
          <a:off x="317817" y="4214404"/>
          <a:ext cx="1598023" cy="1258126"/>
        </p:xfrm>
        <a:graphic>
          <a:graphicData uri="http://schemas.openxmlformats.org/drawingml/2006/table">
            <a:tbl>
              <a:tblPr firstRow="1" firstCol="1" bandRow="1"/>
              <a:tblGrid>
                <a:gridCol w="228289">
                  <a:extLst>
                    <a:ext uri="{9D8B030D-6E8A-4147-A177-3AD203B41FA5}">
                      <a16:colId xmlns:a16="http://schemas.microsoft.com/office/drawing/2014/main" val="1549920566"/>
                    </a:ext>
                  </a:extLst>
                </a:gridCol>
                <a:gridCol w="1369734">
                  <a:extLst>
                    <a:ext uri="{9D8B030D-6E8A-4147-A177-3AD203B41FA5}">
                      <a16:colId xmlns:a16="http://schemas.microsoft.com/office/drawing/2014/main" val="470992742"/>
                    </a:ext>
                  </a:extLst>
                </a:gridCol>
              </a:tblGrid>
              <a:tr h="40296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pixel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(R,G,B)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5159771"/>
                  </a:ext>
                </a:extLst>
              </a:tr>
              <a:tr h="19692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(255,0,0)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3445750"/>
                  </a:ext>
                </a:extLst>
              </a:tr>
              <a:tr h="19692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(0,255,0)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0945530"/>
                  </a:ext>
                </a:extLst>
              </a:tr>
              <a:tr h="19692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(0,0,255)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05008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2DC4F57-AEC3-3F54-52BA-19C948046F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545313"/>
              </p:ext>
            </p:extLst>
          </p:nvPr>
        </p:nvGraphicFramePr>
        <p:xfrm>
          <a:off x="2674759" y="4230662"/>
          <a:ext cx="1598023" cy="1258171"/>
        </p:xfrm>
        <a:graphic>
          <a:graphicData uri="http://schemas.openxmlformats.org/drawingml/2006/table">
            <a:tbl>
              <a:tblPr firstRow="1" firstCol="1" bandRow="1"/>
              <a:tblGrid>
                <a:gridCol w="230000">
                  <a:extLst>
                    <a:ext uri="{9D8B030D-6E8A-4147-A177-3AD203B41FA5}">
                      <a16:colId xmlns:a16="http://schemas.microsoft.com/office/drawing/2014/main" val="3692704449"/>
                    </a:ext>
                  </a:extLst>
                </a:gridCol>
                <a:gridCol w="1368023">
                  <a:extLst>
                    <a:ext uri="{9D8B030D-6E8A-4147-A177-3AD203B41FA5}">
                      <a16:colId xmlns:a16="http://schemas.microsoft.com/office/drawing/2014/main" val="2023214854"/>
                    </a:ext>
                  </a:extLst>
                </a:gridCol>
              </a:tblGrid>
              <a:tr h="51017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pixel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(R,G,B)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5123818"/>
                  </a:ext>
                </a:extLst>
              </a:tr>
              <a:tr h="24931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(0,0,0)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724701"/>
                  </a:ext>
                </a:extLst>
              </a:tr>
              <a:tr h="24931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(255,255,255)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1952476"/>
                  </a:ext>
                </a:extLst>
              </a:tr>
              <a:tr h="24931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(128,128,128)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646051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62AEB1F7-1327-E1FC-3076-F85DE1EC28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48735129"/>
                  </p:ext>
                </p:extLst>
              </p:nvPr>
            </p:nvGraphicFramePr>
            <p:xfrm>
              <a:off x="5721876" y="3848286"/>
              <a:ext cx="4979171" cy="279664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76589">
                      <a:extLst>
                        <a:ext uri="{9D8B030D-6E8A-4147-A177-3AD203B41FA5}">
                          <a16:colId xmlns:a16="http://schemas.microsoft.com/office/drawing/2014/main" val="3174661092"/>
                        </a:ext>
                      </a:extLst>
                    </a:gridCol>
                    <a:gridCol w="243354">
                      <a:extLst>
                        <a:ext uri="{9D8B030D-6E8A-4147-A177-3AD203B41FA5}">
                          <a16:colId xmlns:a16="http://schemas.microsoft.com/office/drawing/2014/main" val="490253848"/>
                        </a:ext>
                      </a:extLst>
                    </a:gridCol>
                    <a:gridCol w="243354">
                      <a:extLst>
                        <a:ext uri="{9D8B030D-6E8A-4147-A177-3AD203B41FA5}">
                          <a16:colId xmlns:a16="http://schemas.microsoft.com/office/drawing/2014/main" val="2032280505"/>
                        </a:ext>
                      </a:extLst>
                    </a:gridCol>
                    <a:gridCol w="243354">
                      <a:extLst>
                        <a:ext uri="{9D8B030D-6E8A-4147-A177-3AD203B41FA5}">
                          <a16:colId xmlns:a16="http://schemas.microsoft.com/office/drawing/2014/main" val="725619718"/>
                        </a:ext>
                      </a:extLst>
                    </a:gridCol>
                    <a:gridCol w="243354">
                      <a:extLst>
                        <a:ext uri="{9D8B030D-6E8A-4147-A177-3AD203B41FA5}">
                          <a16:colId xmlns:a16="http://schemas.microsoft.com/office/drawing/2014/main" val="2338415457"/>
                        </a:ext>
                      </a:extLst>
                    </a:gridCol>
                    <a:gridCol w="486707">
                      <a:extLst>
                        <a:ext uri="{9D8B030D-6E8A-4147-A177-3AD203B41FA5}">
                          <a16:colId xmlns:a16="http://schemas.microsoft.com/office/drawing/2014/main" val="3159707490"/>
                        </a:ext>
                      </a:extLst>
                    </a:gridCol>
                    <a:gridCol w="486707">
                      <a:extLst>
                        <a:ext uri="{9D8B030D-6E8A-4147-A177-3AD203B41FA5}">
                          <a16:colId xmlns:a16="http://schemas.microsoft.com/office/drawing/2014/main" val="4094967121"/>
                        </a:ext>
                      </a:extLst>
                    </a:gridCol>
                    <a:gridCol w="248962">
                      <a:extLst>
                        <a:ext uri="{9D8B030D-6E8A-4147-A177-3AD203B41FA5}">
                          <a16:colId xmlns:a16="http://schemas.microsoft.com/office/drawing/2014/main" val="2141058803"/>
                        </a:ext>
                      </a:extLst>
                    </a:gridCol>
                    <a:gridCol w="724452">
                      <a:extLst>
                        <a:ext uri="{9D8B030D-6E8A-4147-A177-3AD203B41FA5}">
                          <a16:colId xmlns:a16="http://schemas.microsoft.com/office/drawing/2014/main" val="1617794356"/>
                        </a:ext>
                      </a:extLst>
                    </a:gridCol>
                    <a:gridCol w="243354">
                      <a:extLst>
                        <a:ext uri="{9D8B030D-6E8A-4147-A177-3AD203B41FA5}">
                          <a16:colId xmlns:a16="http://schemas.microsoft.com/office/drawing/2014/main" val="3702193159"/>
                        </a:ext>
                      </a:extLst>
                    </a:gridCol>
                    <a:gridCol w="259126">
                      <a:extLst>
                        <a:ext uri="{9D8B030D-6E8A-4147-A177-3AD203B41FA5}">
                          <a16:colId xmlns:a16="http://schemas.microsoft.com/office/drawing/2014/main" val="3317543368"/>
                        </a:ext>
                      </a:extLst>
                    </a:gridCol>
                    <a:gridCol w="243354">
                      <a:extLst>
                        <a:ext uri="{9D8B030D-6E8A-4147-A177-3AD203B41FA5}">
                          <a16:colId xmlns:a16="http://schemas.microsoft.com/office/drawing/2014/main" val="1613263370"/>
                        </a:ext>
                      </a:extLst>
                    </a:gridCol>
                    <a:gridCol w="259126">
                      <a:extLst>
                        <a:ext uri="{9D8B030D-6E8A-4147-A177-3AD203B41FA5}">
                          <a16:colId xmlns:a16="http://schemas.microsoft.com/office/drawing/2014/main" val="818696683"/>
                        </a:ext>
                      </a:extLst>
                    </a:gridCol>
                    <a:gridCol w="259126">
                      <a:extLst>
                        <a:ext uri="{9D8B030D-6E8A-4147-A177-3AD203B41FA5}">
                          <a16:colId xmlns:a16="http://schemas.microsoft.com/office/drawing/2014/main" val="3963828888"/>
                        </a:ext>
                      </a:extLst>
                    </a:gridCol>
                    <a:gridCol w="259126">
                      <a:extLst>
                        <a:ext uri="{9D8B030D-6E8A-4147-A177-3AD203B41FA5}">
                          <a16:colId xmlns:a16="http://schemas.microsoft.com/office/drawing/2014/main" val="2512795177"/>
                        </a:ext>
                      </a:extLst>
                    </a:gridCol>
                    <a:gridCol w="259126">
                      <a:extLst>
                        <a:ext uri="{9D8B030D-6E8A-4147-A177-3AD203B41FA5}">
                          <a16:colId xmlns:a16="http://schemas.microsoft.com/office/drawing/2014/main" val="1968734848"/>
                        </a:ext>
                      </a:extLst>
                    </a:gridCol>
                  </a:tblGrid>
                  <a:tr h="24802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 gridSpan="7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i="1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column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33064250"/>
                      </a:ext>
                    </a:extLst>
                  </a:tr>
                  <a:tr h="24802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 . .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i="1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j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 . .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45773480"/>
                      </a:ext>
                    </a:extLst>
                  </a:tr>
                  <a:tr h="248028">
                    <a:tc rowSpan="8">
                      <a:txBody>
                        <a:bodyPr/>
                        <a:lstStyle/>
                        <a:p>
                          <a:pPr marL="71755" marR="71755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i="1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row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vert="vert27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 . 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 . 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59952813"/>
                      </a:ext>
                    </a:extLst>
                  </a:tr>
                  <a:tr h="248028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 . 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 . 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24801927"/>
                      </a:ext>
                    </a:extLst>
                  </a:tr>
                  <a:tr h="248028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 . 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 . 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86747934"/>
                      </a:ext>
                    </a:extLst>
                  </a:tr>
                  <a:tr h="248028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 . 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 . 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72697913"/>
                      </a:ext>
                    </a:extLst>
                  </a:tr>
                  <a:tr h="496056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 . 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 . 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 . 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 . 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 . 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 . 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pixel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(i,j)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</a:t>
                          </a:r>
                        </a:p>
                      </a:txBody>
                      <a:tcPr marL="68580" marR="6858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G</a:t>
                          </a:r>
                        </a:p>
                      </a:txBody>
                      <a:tcPr marL="68580" marR="6858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B</a:t>
                          </a:r>
                        </a:p>
                      </a:txBody>
                      <a:tcPr marL="68580" marR="6858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02490735"/>
                      </a:ext>
                    </a:extLst>
                  </a:tr>
                  <a:tr h="248028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i="1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 . 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solidFill>
                                <a:srgbClr val="964BE1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64BE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 . 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64BE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=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6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4B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00E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9882955"/>
                      </a:ext>
                    </a:extLst>
                  </a:tr>
                  <a:tr h="249751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 . 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 . 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 . 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 . 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 . 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 . 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150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75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225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32057695"/>
                      </a:ext>
                    </a:extLst>
                  </a:tr>
                  <a:tr h="249751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0829740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62AEB1F7-1327-E1FC-3076-F85DE1EC28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48735129"/>
                  </p:ext>
                </p:extLst>
              </p:nvPr>
            </p:nvGraphicFramePr>
            <p:xfrm>
              <a:off x="5721876" y="3848286"/>
              <a:ext cx="4979171" cy="279664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76589">
                      <a:extLst>
                        <a:ext uri="{9D8B030D-6E8A-4147-A177-3AD203B41FA5}">
                          <a16:colId xmlns:a16="http://schemas.microsoft.com/office/drawing/2014/main" val="3174661092"/>
                        </a:ext>
                      </a:extLst>
                    </a:gridCol>
                    <a:gridCol w="243354">
                      <a:extLst>
                        <a:ext uri="{9D8B030D-6E8A-4147-A177-3AD203B41FA5}">
                          <a16:colId xmlns:a16="http://schemas.microsoft.com/office/drawing/2014/main" val="490253848"/>
                        </a:ext>
                      </a:extLst>
                    </a:gridCol>
                    <a:gridCol w="243354">
                      <a:extLst>
                        <a:ext uri="{9D8B030D-6E8A-4147-A177-3AD203B41FA5}">
                          <a16:colId xmlns:a16="http://schemas.microsoft.com/office/drawing/2014/main" val="2032280505"/>
                        </a:ext>
                      </a:extLst>
                    </a:gridCol>
                    <a:gridCol w="243354">
                      <a:extLst>
                        <a:ext uri="{9D8B030D-6E8A-4147-A177-3AD203B41FA5}">
                          <a16:colId xmlns:a16="http://schemas.microsoft.com/office/drawing/2014/main" val="725619718"/>
                        </a:ext>
                      </a:extLst>
                    </a:gridCol>
                    <a:gridCol w="243354">
                      <a:extLst>
                        <a:ext uri="{9D8B030D-6E8A-4147-A177-3AD203B41FA5}">
                          <a16:colId xmlns:a16="http://schemas.microsoft.com/office/drawing/2014/main" val="2338415457"/>
                        </a:ext>
                      </a:extLst>
                    </a:gridCol>
                    <a:gridCol w="486707">
                      <a:extLst>
                        <a:ext uri="{9D8B030D-6E8A-4147-A177-3AD203B41FA5}">
                          <a16:colId xmlns:a16="http://schemas.microsoft.com/office/drawing/2014/main" val="3159707490"/>
                        </a:ext>
                      </a:extLst>
                    </a:gridCol>
                    <a:gridCol w="486707">
                      <a:extLst>
                        <a:ext uri="{9D8B030D-6E8A-4147-A177-3AD203B41FA5}">
                          <a16:colId xmlns:a16="http://schemas.microsoft.com/office/drawing/2014/main" val="4094967121"/>
                        </a:ext>
                      </a:extLst>
                    </a:gridCol>
                    <a:gridCol w="248962">
                      <a:extLst>
                        <a:ext uri="{9D8B030D-6E8A-4147-A177-3AD203B41FA5}">
                          <a16:colId xmlns:a16="http://schemas.microsoft.com/office/drawing/2014/main" val="2141058803"/>
                        </a:ext>
                      </a:extLst>
                    </a:gridCol>
                    <a:gridCol w="724452">
                      <a:extLst>
                        <a:ext uri="{9D8B030D-6E8A-4147-A177-3AD203B41FA5}">
                          <a16:colId xmlns:a16="http://schemas.microsoft.com/office/drawing/2014/main" val="1617794356"/>
                        </a:ext>
                      </a:extLst>
                    </a:gridCol>
                    <a:gridCol w="243354">
                      <a:extLst>
                        <a:ext uri="{9D8B030D-6E8A-4147-A177-3AD203B41FA5}">
                          <a16:colId xmlns:a16="http://schemas.microsoft.com/office/drawing/2014/main" val="3702193159"/>
                        </a:ext>
                      </a:extLst>
                    </a:gridCol>
                    <a:gridCol w="259126">
                      <a:extLst>
                        <a:ext uri="{9D8B030D-6E8A-4147-A177-3AD203B41FA5}">
                          <a16:colId xmlns:a16="http://schemas.microsoft.com/office/drawing/2014/main" val="3317543368"/>
                        </a:ext>
                      </a:extLst>
                    </a:gridCol>
                    <a:gridCol w="243354">
                      <a:extLst>
                        <a:ext uri="{9D8B030D-6E8A-4147-A177-3AD203B41FA5}">
                          <a16:colId xmlns:a16="http://schemas.microsoft.com/office/drawing/2014/main" val="1613263370"/>
                        </a:ext>
                      </a:extLst>
                    </a:gridCol>
                    <a:gridCol w="259126">
                      <a:extLst>
                        <a:ext uri="{9D8B030D-6E8A-4147-A177-3AD203B41FA5}">
                          <a16:colId xmlns:a16="http://schemas.microsoft.com/office/drawing/2014/main" val="818696683"/>
                        </a:ext>
                      </a:extLst>
                    </a:gridCol>
                    <a:gridCol w="259126">
                      <a:extLst>
                        <a:ext uri="{9D8B030D-6E8A-4147-A177-3AD203B41FA5}">
                          <a16:colId xmlns:a16="http://schemas.microsoft.com/office/drawing/2014/main" val="3963828888"/>
                        </a:ext>
                      </a:extLst>
                    </a:gridCol>
                    <a:gridCol w="259126">
                      <a:extLst>
                        <a:ext uri="{9D8B030D-6E8A-4147-A177-3AD203B41FA5}">
                          <a16:colId xmlns:a16="http://schemas.microsoft.com/office/drawing/2014/main" val="2512795177"/>
                        </a:ext>
                      </a:extLst>
                    </a:gridCol>
                    <a:gridCol w="259126">
                      <a:extLst>
                        <a:ext uri="{9D8B030D-6E8A-4147-A177-3AD203B41FA5}">
                          <a16:colId xmlns:a16="http://schemas.microsoft.com/office/drawing/2014/main" val="1968734848"/>
                        </a:ext>
                      </a:extLst>
                    </a:gridCol>
                  </a:tblGrid>
                  <a:tr h="24802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 gridSpan="7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i="1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column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33064250"/>
                      </a:ext>
                    </a:extLst>
                  </a:tr>
                  <a:tr h="24802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 . .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i="1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j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 . .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45773480"/>
                      </a:ext>
                    </a:extLst>
                  </a:tr>
                  <a:tr h="248028">
                    <a:tc rowSpan="8">
                      <a:txBody>
                        <a:bodyPr/>
                        <a:lstStyle/>
                        <a:p>
                          <a:pPr marL="71755" marR="71755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i="1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row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vert="vert27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 . 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 . 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59952813"/>
                      </a:ext>
                    </a:extLst>
                  </a:tr>
                  <a:tr h="248028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 . 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 . 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24801927"/>
                      </a:ext>
                    </a:extLst>
                  </a:tr>
                  <a:tr h="248028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 . 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 . 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86747934"/>
                      </a:ext>
                    </a:extLst>
                  </a:tr>
                  <a:tr h="248028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 . 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 . 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72697913"/>
                      </a:ext>
                    </a:extLst>
                  </a:tr>
                  <a:tr h="530225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 . 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 . 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 . 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 . 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 . 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 . 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pixel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(i,j)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</a:t>
                          </a:r>
                        </a:p>
                      </a:txBody>
                      <a:tcPr marL="68580" marR="6858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G</a:t>
                          </a:r>
                        </a:p>
                      </a:txBody>
                      <a:tcPr marL="68580" marR="6858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B</a:t>
                          </a:r>
                        </a:p>
                      </a:txBody>
                      <a:tcPr marL="68580" marR="6858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02490735"/>
                      </a:ext>
                    </a:extLst>
                  </a:tr>
                  <a:tr h="248028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i="1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 . 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solidFill>
                                <a:srgbClr val="964BE1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64BE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 . 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l="-632530" t="-812195" r="-255422" b="-24634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64BE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=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6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4B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00E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9882955"/>
                      </a:ext>
                    </a:extLst>
                  </a:tr>
                  <a:tr h="249751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 . 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 . 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 . 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 . 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 . .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. . 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150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75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225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32057695"/>
                      </a:ext>
                    </a:extLst>
                  </a:tr>
                  <a:tr h="280474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0829740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73334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5C4D18-7A09-4D6A-A8E1-22DA1434454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2624" y="1257301"/>
            <a:ext cx="3200554" cy="42563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3810095-5406-420F-94A3-D8299518DC3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834" y="1257301"/>
            <a:ext cx="3200554" cy="425632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E9FF207-B1B8-4CE3-B587-69AC2964D3E6}"/>
              </a:ext>
            </a:extLst>
          </p:cNvPr>
          <p:cNvSpPr txBox="1">
            <a:spLocks/>
          </p:cNvSpPr>
          <p:nvPr/>
        </p:nvSpPr>
        <p:spPr>
          <a:xfrm>
            <a:off x="1557251" y="712525"/>
            <a:ext cx="3493720" cy="45597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original image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94D54F9-83BC-4794-A81A-6AF7892B0A1E}"/>
              </a:ext>
            </a:extLst>
          </p:cNvPr>
          <p:cNvSpPr txBox="1">
            <a:spLocks/>
          </p:cNvSpPr>
          <p:nvPr/>
        </p:nvSpPr>
        <p:spPr>
          <a:xfrm>
            <a:off x="7146844" y="712525"/>
            <a:ext cx="3672115" cy="45597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image with bit 0 cleared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73A2CEE-0E14-4B34-AA54-0715AC545DED}"/>
              </a:ext>
            </a:extLst>
          </p:cNvPr>
          <p:cNvSpPr txBox="1">
            <a:spLocks/>
          </p:cNvSpPr>
          <p:nvPr/>
        </p:nvSpPr>
        <p:spPr>
          <a:xfrm>
            <a:off x="4957417" y="2358173"/>
            <a:ext cx="2380475" cy="16212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can you</a:t>
            </a:r>
          </a:p>
          <a:p>
            <a:r>
              <a:rPr lang="en-US" sz="3600" dirty="0"/>
              <a:t>see any</a:t>
            </a:r>
          </a:p>
          <a:p>
            <a:r>
              <a:rPr lang="en-US" sz="3600" dirty="0"/>
              <a:t>difference?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590645" y="5784800"/>
          <a:ext cx="3346995" cy="508953"/>
        </p:xfrm>
        <a:graphic>
          <a:graphicData uri="http://schemas.openxmlformats.org/drawingml/2006/table">
            <a:tbl>
              <a:tblPr firstRow="1" firstCol="1" bandRow="1"/>
              <a:tblGrid>
                <a:gridCol w="1115665">
                  <a:extLst>
                    <a:ext uri="{9D8B030D-6E8A-4147-A177-3AD203B41FA5}">
                      <a16:colId xmlns:a16="http://schemas.microsoft.com/office/drawing/2014/main" val="3513260859"/>
                    </a:ext>
                  </a:extLst>
                </a:gridCol>
                <a:gridCol w="1115665">
                  <a:extLst>
                    <a:ext uri="{9D8B030D-6E8A-4147-A177-3AD203B41FA5}">
                      <a16:colId xmlns:a16="http://schemas.microsoft.com/office/drawing/2014/main" val="3978134733"/>
                    </a:ext>
                  </a:extLst>
                </a:gridCol>
                <a:gridCol w="1115665">
                  <a:extLst>
                    <a:ext uri="{9D8B030D-6E8A-4147-A177-3AD203B41FA5}">
                      <a16:colId xmlns:a16="http://schemas.microsoft.com/office/drawing/2014/main" val="35444557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132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1000 010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35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0010 001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81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0101 000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501905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F4516B7-5E6B-4A9F-859D-DDBED1972954}"/>
              </a:ext>
            </a:extLst>
          </p:cNvPr>
          <p:cNvSpPr txBox="1"/>
          <p:nvPr/>
        </p:nvSpPr>
        <p:spPr>
          <a:xfrm>
            <a:off x="5690441" y="5676389"/>
            <a:ext cx="92749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i="1" dirty="0">
                <a:solidFill>
                  <a:srgbClr val="FF0000"/>
                </a:solidFill>
              </a:rPr>
              <a:t>pixel at</a:t>
            </a:r>
          </a:p>
          <a:p>
            <a:pPr algn="ctr"/>
            <a:r>
              <a:rPr lang="en-US" sz="1400" i="1" dirty="0">
                <a:solidFill>
                  <a:srgbClr val="FF0000"/>
                </a:solidFill>
              </a:rPr>
              <a:t>row </a:t>
            </a:r>
            <a:r>
              <a:rPr lang="en-US" sz="1400" i="1" dirty="0" err="1">
                <a:solidFill>
                  <a:srgbClr val="FF0000"/>
                </a:solidFill>
              </a:rPr>
              <a:t>i</a:t>
            </a:r>
            <a:r>
              <a:rPr lang="en-US" sz="1400" i="1" dirty="0">
                <a:solidFill>
                  <a:srgbClr val="FF0000"/>
                </a:solidFill>
              </a:rPr>
              <a:t> and </a:t>
            </a:r>
          </a:p>
          <a:p>
            <a:pPr algn="ctr"/>
            <a:r>
              <a:rPr lang="en-US" sz="1400" i="1" dirty="0">
                <a:solidFill>
                  <a:srgbClr val="FF0000"/>
                </a:solidFill>
              </a:rPr>
              <a:t>column j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09403" y="5784799"/>
          <a:ext cx="3346995" cy="508953"/>
        </p:xfrm>
        <a:graphic>
          <a:graphicData uri="http://schemas.openxmlformats.org/drawingml/2006/table">
            <a:tbl>
              <a:tblPr firstRow="1" firstCol="1" bandRow="1"/>
              <a:tblGrid>
                <a:gridCol w="1115665">
                  <a:extLst>
                    <a:ext uri="{9D8B030D-6E8A-4147-A177-3AD203B41FA5}">
                      <a16:colId xmlns:a16="http://schemas.microsoft.com/office/drawing/2014/main" val="3513260859"/>
                    </a:ext>
                  </a:extLst>
                </a:gridCol>
                <a:gridCol w="1115665">
                  <a:extLst>
                    <a:ext uri="{9D8B030D-6E8A-4147-A177-3AD203B41FA5}">
                      <a16:colId xmlns:a16="http://schemas.microsoft.com/office/drawing/2014/main" val="3978134733"/>
                    </a:ext>
                  </a:extLst>
                </a:gridCol>
                <a:gridCol w="1115665">
                  <a:extLst>
                    <a:ext uri="{9D8B030D-6E8A-4147-A177-3AD203B41FA5}">
                      <a16:colId xmlns:a16="http://schemas.microsoft.com/office/drawing/2014/main" val="35444557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132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1000 010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34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0010 001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80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0101 000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5019053"/>
                  </a:ext>
                </a:extLst>
              </a:tr>
            </a:tbl>
          </a:graphicData>
        </a:graphic>
      </p:graphicFrame>
      <p:sp>
        <p:nvSpPr>
          <p:cNvPr id="12" name="Title 11">
            <a:extLst>
              <a:ext uri="{FF2B5EF4-FFF2-40B4-BE49-F238E27FC236}">
                <a16:creationId xmlns:a16="http://schemas.microsoft.com/office/drawing/2014/main" id="{21EF8E56-35E3-A2BC-DA5F-6446F04B08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0645" y="169585"/>
            <a:ext cx="9144000" cy="508953"/>
          </a:xfrm>
        </p:spPr>
        <p:txBody>
          <a:bodyPr>
            <a:noAutofit/>
          </a:bodyPr>
          <a:lstStyle/>
          <a:p>
            <a:r>
              <a:rPr lang="en-US" sz="3200"/>
              <a:t>replace the “least significant bit”</a:t>
            </a:r>
          </a:p>
        </p:txBody>
      </p:sp>
    </p:spTree>
    <p:extLst>
      <p:ext uri="{BB962C8B-B14F-4D97-AF65-F5344CB8AC3E}">
        <p14:creationId xmlns:p14="http://schemas.microsoft.com/office/powerpoint/2010/main" val="2455254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3810095-5406-420F-94A3-D8299518DC3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834" y="1257301"/>
            <a:ext cx="3200554" cy="425632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E9FF207-B1B8-4CE3-B587-69AC2964D3E6}"/>
              </a:ext>
            </a:extLst>
          </p:cNvPr>
          <p:cNvSpPr txBox="1">
            <a:spLocks/>
          </p:cNvSpPr>
          <p:nvPr/>
        </p:nvSpPr>
        <p:spPr>
          <a:xfrm>
            <a:off x="1557251" y="712525"/>
            <a:ext cx="3493720" cy="45597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original image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94D54F9-83BC-4794-A81A-6AF7892B0A1E}"/>
              </a:ext>
            </a:extLst>
          </p:cNvPr>
          <p:cNvSpPr txBox="1">
            <a:spLocks/>
          </p:cNvSpPr>
          <p:nvPr/>
        </p:nvSpPr>
        <p:spPr>
          <a:xfrm>
            <a:off x="7146844" y="712525"/>
            <a:ext cx="3672115" cy="45597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image with bits 0,1,2 cleared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F6F1C0-3B80-493D-9B50-13FABF084B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2624" y="1257301"/>
            <a:ext cx="3200554" cy="426463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873A2CEE-0E14-4B34-AA54-0715AC545DED}"/>
              </a:ext>
            </a:extLst>
          </p:cNvPr>
          <p:cNvSpPr txBox="1">
            <a:spLocks/>
          </p:cNvSpPr>
          <p:nvPr/>
        </p:nvSpPr>
        <p:spPr>
          <a:xfrm>
            <a:off x="4957417" y="2358173"/>
            <a:ext cx="2380475" cy="16212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can you</a:t>
            </a:r>
          </a:p>
          <a:p>
            <a:r>
              <a:rPr lang="en-US" sz="3600" dirty="0"/>
              <a:t>see any</a:t>
            </a:r>
          </a:p>
          <a:p>
            <a:r>
              <a:rPr lang="en-US" sz="3600" dirty="0"/>
              <a:t>difference?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590645" y="5784800"/>
          <a:ext cx="3346995" cy="508953"/>
        </p:xfrm>
        <a:graphic>
          <a:graphicData uri="http://schemas.openxmlformats.org/drawingml/2006/table">
            <a:tbl>
              <a:tblPr firstRow="1" firstCol="1" bandRow="1"/>
              <a:tblGrid>
                <a:gridCol w="1115665">
                  <a:extLst>
                    <a:ext uri="{9D8B030D-6E8A-4147-A177-3AD203B41FA5}">
                      <a16:colId xmlns:a16="http://schemas.microsoft.com/office/drawing/2014/main" val="3513260859"/>
                    </a:ext>
                  </a:extLst>
                </a:gridCol>
                <a:gridCol w="1115665">
                  <a:extLst>
                    <a:ext uri="{9D8B030D-6E8A-4147-A177-3AD203B41FA5}">
                      <a16:colId xmlns:a16="http://schemas.microsoft.com/office/drawing/2014/main" val="3978134733"/>
                    </a:ext>
                  </a:extLst>
                </a:gridCol>
                <a:gridCol w="1115665">
                  <a:extLst>
                    <a:ext uri="{9D8B030D-6E8A-4147-A177-3AD203B41FA5}">
                      <a16:colId xmlns:a16="http://schemas.microsoft.com/office/drawing/2014/main" val="35444557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132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1000 01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00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35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0010 00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81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0101 00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01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5019053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F4516B7-5E6B-4A9F-859D-DDBED1972954}"/>
              </a:ext>
            </a:extLst>
          </p:cNvPr>
          <p:cNvSpPr txBox="1"/>
          <p:nvPr/>
        </p:nvSpPr>
        <p:spPr>
          <a:xfrm>
            <a:off x="5690441" y="5676389"/>
            <a:ext cx="92749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i="1" dirty="0">
                <a:solidFill>
                  <a:srgbClr val="FF0000"/>
                </a:solidFill>
              </a:rPr>
              <a:t>pixel at</a:t>
            </a:r>
          </a:p>
          <a:p>
            <a:pPr algn="ctr"/>
            <a:r>
              <a:rPr lang="en-US" sz="1400" i="1" dirty="0">
                <a:solidFill>
                  <a:srgbClr val="FF0000"/>
                </a:solidFill>
              </a:rPr>
              <a:t>row </a:t>
            </a:r>
            <a:r>
              <a:rPr lang="en-US" sz="1400" i="1" dirty="0" err="1">
                <a:solidFill>
                  <a:srgbClr val="FF0000"/>
                </a:solidFill>
              </a:rPr>
              <a:t>i</a:t>
            </a:r>
            <a:r>
              <a:rPr lang="en-US" sz="1400" i="1" dirty="0">
                <a:solidFill>
                  <a:srgbClr val="FF0000"/>
                </a:solidFill>
              </a:rPr>
              <a:t> and </a:t>
            </a:r>
          </a:p>
          <a:p>
            <a:pPr algn="ctr"/>
            <a:r>
              <a:rPr lang="en-US" sz="1400" i="1" dirty="0">
                <a:solidFill>
                  <a:srgbClr val="FF0000"/>
                </a:solidFill>
              </a:rPr>
              <a:t>column j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309403" y="5784799"/>
          <a:ext cx="3346995" cy="508953"/>
        </p:xfrm>
        <a:graphic>
          <a:graphicData uri="http://schemas.openxmlformats.org/drawingml/2006/table">
            <a:tbl>
              <a:tblPr firstRow="1" firstCol="1" bandRow="1"/>
              <a:tblGrid>
                <a:gridCol w="1115665">
                  <a:extLst>
                    <a:ext uri="{9D8B030D-6E8A-4147-A177-3AD203B41FA5}">
                      <a16:colId xmlns:a16="http://schemas.microsoft.com/office/drawing/2014/main" val="3513260859"/>
                    </a:ext>
                  </a:extLst>
                </a:gridCol>
                <a:gridCol w="1115665">
                  <a:extLst>
                    <a:ext uri="{9D8B030D-6E8A-4147-A177-3AD203B41FA5}">
                      <a16:colId xmlns:a16="http://schemas.microsoft.com/office/drawing/2014/main" val="3978134733"/>
                    </a:ext>
                  </a:extLst>
                </a:gridCol>
                <a:gridCol w="1115665">
                  <a:extLst>
                    <a:ext uri="{9D8B030D-6E8A-4147-A177-3AD203B41FA5}">
                      <a16:colId xmlns:a16="http://schemas.microsoft.com/office/drawing/2014/main" val="35444557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128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1000 0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000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32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0010 0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000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80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0101 0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000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5019053"/>
                  </a:ext>
                </a:extLst>
              </a:tr>
            </a:tbl>
          </a:graphicData>
        </a:graphic>
      </p:graphicFrame>
      <p:sp>
        <p:nvSpPr>
          <p:cNvPr id="9" name="Title 11">
            <a:extLst>
              <a:ext uri="{FF2B5EF4-FFF2-40B4-BE49-F238E27FC236}">
                <a16:creationId xmlns:a16="http://schemas.microsoft.com/office/drawing/2014/main" id="{8ABC4934-B549-4350-5539-3B70F5005F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0645" y="169585"/>
            <a:ext cx="9144000" cy="508953"/>
          </a:xfrm>
        </p:spPr>
        <p:txBody>
          <a:bodyPr>
            <a:noAutofit/>
          </a:bodyPr>
          <a:lstStyle/>
          <a:p>
            <a:r>
              <a:rPr lang="en-US" sz="3200"/>
              <a:t>replace the least 2 significant bits</a:t>
            </a:r>
          </a:p>
        </p:txBody>
      </p:sp>
    </p:spTree>
    <p:extLst>
      <p:ext uri="{BB962C8B-B14F-4D97-AF65-F5344CB8AC3E}">
        <p14:creationId xmlns:p14="http://schemas.microsoft.com/office/powerpoint/2010/main" val="4075768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3810095-5406-420F-94A3-D8299518DC3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834" y="1257301"/>
            <a:ext cx="3200554" cy="425632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E9FF207-B1B8-4CE3-B587-69AC2964D3E6}"/>
              </a:ext>
            </a:extLst>
          </p:cNvPr>
          <p:cNvSpPr txBox="1">
            <a:spLocks/>
          </p:cNvSpPr>
          <p:nvPr/>
        </p:nvSpPr>
        <p:spPr>
          <a:xfrm>
            <a:off x="1557251" y="712525"/>
            <a:ext cx="3493720" cy="45597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original image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94D54F9-83BC-4794-A81A-6AF7892B0A1E}"/>
              </a:ext>
            </a:extLst>
          </p:cNvPr>
          <p:cNvSpPr txBox="1">
            <a:spLocks/>
          </p:cNvSpPr>
          <p:nvPr/>
        </p:nvSpPr>
        <p:spPr>
          <a:xfrm>
            <a:off x="6821714" y="712525"/>
            <a:ext cx="4223657" cy="45597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image with bits 0,1,2,3,4 cleared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292FC17-4BE5-4337-8D4A-64EB3F9636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4698" y="1263503"/>
            <a:ext cx="3200554" cy="4264634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73A2CEE-0E14-4B34-AA54-0715AC545DED}"/>
              </a:ext>
            </a:extLst>
          </p:cNvPr>
          <p:cNvSpPr txBox="1">
            <a:spLocks/>
          </p:cNvSpPr>
          <p:nvPr/>
        </p:nvSpPr>
        <p:spPr>
          <a:xfrm>
            <a:off x="4957417" y="2358173"/>
            <a:ext cx="2380475" cy="16212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can you</a:t>
            </a:r>
          </a:p>
          <a:p>
            <a:r>
              <a:rPr lang="en-US" sz="3600" dirty="0"/>
              <a:t>see any</a:t>
            </a:r>
          </a:p>
          <a:p>
            <a:r>
              <a:rPr lang="en-US" sz="3600" dirty="0"/>
              <a:t>difference?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590645" y="5784800"/>
          <a:ext cx="3346995" cy="508953"/>
        </p:xfrm>
        <a:graphic>
          <a:graphicData uri="http://schemas.openxmlformats.org/drawingml/2006/table">
            <a:tbl>
              <a:tblPr firstRow="1" firstCol="1" bandRow="1"/>
              <a:tblGrid>
                <a:gridCol w="1115665">
                  <a:extLst>
                    <a:ext uri="{9D8B030D-6E8A-4147-A177-3AD203B41FA5}">
                      <a16:colId xmlns:a16="http://schemas.microsoft.com/office/drawing/2014/main" val="3513260859"/>
                    </a:ext>
                  </a:extLst>
                </a:gridCol>
                <a:gridCol w="1115665">
                  <a:extLst>
                    <a:ext uri="{9D8B030D-6E8A-4147-A177-3AD203B41FA5}">
                      <a16:colId xmlns:a16="http://schemas.microsoft.com/office/drawing/2014/main" val="3978134733"/>
                    </a:ext>
                  </a:extLst>
                </a:gridCol>
                <a:gridCol w="1115665">
                  <a:extLst>
                    <a:ext uri="{9D8B030D-6E8A-4147-A177-3AD203B41FA5}">
                      <a16:colId xmlns:a16="http://schemas.microsoft.com/office/drawing/2014/main" val="35444557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132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1000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0100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35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0010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0011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81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0101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0001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5019053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CF4516B7-5E6B-4A9F-859D-DDBED1972954}"/>
              </a:ext>
            </a:extLst>
          </p:cNvPr>
          <p:cNvSpPr txBox="1"/>
          <p:nvPr/>
        </p:nvSpPr>
        <p:spPr>
          <a:xfrm>
            <a:off x="5690441" y="5676389"/>
            <a:ext cx="92749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i="1" dirty="0">
                <a:solidFill>
                  <a:srgbClr val="FF0000"/>
                </a:solidFill>
              </a:rPr>
              <a:t>pixel at</a:t>
            </a:r>
          </a:p>
          <a:p>
            <a:pPr algn="ctr"/>
            <a:r>
              <a:rPr lang="en-US" sz="1400" i="1" dirty="0">
                <a:solidFill>
                  <a:srgbClr val="FF0000"/>
                </a:solidFill>
              </a:rPr>
              <a:t>row </a:t>
            </a:r>
            <a:r>
              <a:rPr lang="en-US" sz="1400" i="1" dirty="0" err="1">
                <a:solidFill>
                  <a:srgbClr val="FF0000"/>
                </a:solidFill>
              </a:rPr>
              <a:t>i</a:t>
            </a:r>
            <a:r>
              <a:rPr lang="en-US" sz="1400" i="1" dirty="0">
                <a:solidFill>
                  <a:srgbClr val="FF0000"/>
                </a:solidFill>
              </a:rPr>
              <a:t> and </a:t>
            </a:r>
          </a:p>
          <a:p>
            <a:pPr algn="ctr"/>
            <a:r>
              <a:rPr lang="en-US" sz="1400" i="1" dirty="0">
                <a:solidFill>
                  <a:srgbClr val="FF0000"/>
                </a:solidFill>
              </a:rPr>
              <a:t>column j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309403" y="5784799"/>
          <a:ext cx="3346995" cy="508953"/>
        </p:xfrm>
        <a:graphic>
          <a:graphicData uri="http://schemas.openxmlformats.org/drawingml/2006/table">
            <a:tbl>
              <a:tblPr firstRow="1" firstCol="1" bandRow="1"/>
              <a:tblGrid>
                <a:gridCol w="1115665">
                  <a:extLst>
                    <a:ext uri="{9D8B030D-6E8A-4147-A177-3AD203B41FA5}">
                      <a16:colId xmlns:a16="http://schemas.microsoft.com/office/drawing/2014/main" val="3513260859"/>
                    </a:ext>
                  </a:extLst>
                </a:gridCol>
                <a:gridCol w="1115665">
                  <a:extLst>
                    <a:ext uri="{9D8B030D-6E8A-4147-A177-3AD203B41FA5}">
                      <a16:colId xmlns:a16="http://schemas.microsoft.com/office/drawing/2014/main" val="3978134733"/>
                    </a:ext>
                  </a:extLst>
                </a:gridCol>
                <a:gridCol w="1115665">
                  <a:extLst>
                    <a:ext uri="{9D8B030D-6E8A-4147-A177-3AD203B41FA5}">
                      <a16:colId xmlns:a16="http://schemas.microsoft.com/office/drawing/2014/main" val="35444557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128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0000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32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001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0000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64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010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0000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5019053"/>
                  </a:ext>
                </a:extLst>
              </a:tr>
            </a:tbl>
          </a:graphicData>
        </a:graphic>
      </p:graphicFrame>
      <p:sp>
        <p:nvSpPr>
          <p:cNvPr id="7" name="Title 11">
            <a:extLst>
              <a:ext uri="{FF2B5EF4-FFF2-40B4-BE49-F238E27FC236}">
                <a16:creationId xmlns:a16="http://schemas.microsoft.com/office/drawing/2014/main" id="{3DF4A3F8-9C93-4996-B685-312C028AEB5D}"/>
              </a:ext>
            </a:extLst>
          </p:cNvPr>
          <p:cNvSpPr txBox="1">
            <a:spLocks/>
          </p:cNvSpPr>
          <p:nvPr/>
        </p:nvSpPr>
        <p:spPr>
          <a:xfrm>
            <a:off x="1590645" y="169585"/>
            <a:ext cx="9144000" cy="50895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/>
              <a:t>replace the least 5 significant bits</a:t>
            </a:r>
          </a:p>
        </p:txBody>
      </p:sp>
    </p:spTree>
    <p:extLst>
      <p:ext uri="{BB962C8B-B14F-4D97-AF65-F5344CB8AC3E}">
        <p14:creationId xmlns:p14="http://schemas.microsoft.com/office/powerpoint/2010/main" val="251912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2045" y="828067"/>
            <a:ext cx="2080360" cy="276660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5691" y="3851616"/>
            <a:ext cx="2080360" cy="27720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9437FB7-C30F-4043-AD2F-000DA232CF0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755" y="828067"/>
            <a:ext cx="2080360" cy="27666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B761F6B-DD4C-4BAD-B111-AFC4D59CD46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8866" y="828067"/>
            <a:ext cx="2080360" cy="277201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070E2B-C8DD-4FBD-9019-E157C9366C6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5691" y="828067"/>
            <a:ext cx="2080360" cy="277201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FD4F7D0-0F50-4EAB-A52A-42BB1DB3838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755" y="3846213"/>
            <a:ext cx="2080360" cy="277201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E30DE08-DF3D-4397-B9BF-CBC2AD8E4B9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2045" y="3851616"/>
            <a:ext cx="2080360" cy="277201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B4C5432-2CF3-4F3B-AA7F-F695C4C22AF7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8866" y="3851616"/>
            <a:ext cx="2080360" cy="2772012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1E2CBB42-67FD-4FC5-986B-E206F0C478C2}"/>
              </a:ext>
            </a:extLst>
          </p:cNvPr>
          <p:cNvSpPr txBox="1">
            <a:spLocks/>
          </p:cNvSpPr>
          <p:nvPr/>
        </p:nvSpPr>
        <p:spPr>
          <a:xfrm>
            <a:off x="9882865" y="1312911"/>
            <a:ext cx="2080361" cy="182594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As lower order bits are removed, the image has little degradation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33E8C2AC-63C0-4E0C-8DE2-1B8B944EA109}"/>
              </a:ext>
            </a:extLst>
          </p:cNvPr>
          <p:cNvSpPr txBox="1">
            <a:spLocks/>
          </p:cNvSpPr>
          <p:nvPr/>
        </p:nvSpPr>
        <p:spPr>
          <a:xfrm>
            <a:off x="9882864" y="4266565"/>
            <a:ext cx="2080361" cy="182594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As more higher order bits are removed, the image has huge degradation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D640805-D477-226F-694B-A139C4571C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4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91D5F-C76D-5BB7-2657-501154EA7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050"/>
            <a:ext cx="10515600" cy="1448473"/>
          </a:xfrm>
        </p:spPr>
        <p:txBody>
          <a:bodyPr/>
          <a:lstStyle/>
          <a:p>
            <a:r>
              <a:rPr lang="en-US"/>
              <a:t>Steganography: our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E828C-3B89-8C2E-1919-33F7A718C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2549"/>
            <a:ext cx="10515600" cy="4754805"/>
          </a:xfrm>
        </p:spPr>
        <p:txBody>
          <a:bodyPr>
            <a:normAutofit fontScale="92500" lnSpcReduction="20000"/>
          </a:bodyPr>
          <a:lstStyle/>
          <a:p>
            <a:r>
              <a:rPr lang="en-US"/>
              <a:t>we will hide our message (“hello”) in the red channel of pixels</a:t>
            </a:r>
          </a:p>
          <a:p>
            <a:r>
              <a:rPr lang="pt-BR"/>
              <a:t>Each letter has an ASCII code which we will convert to a binary number</a:t>
            </a:r>
          </a:p>
          <a:p>
            <a:r>
              <a:rPr lang="pt-BR"/>
              <a:t>h = 104 = 01101000</a:t>
            </a:r>
          </a:p>
          <a:p>
            <a:r>
              <a:rPr lang="pt-BR"/>
              <a:t>e = 101 = 01100101</a:t>
            </a:r>
          </a:p>
          <a:p>
            <a:r>
              <a:rPr lang="pt-BR"/>
              <a:t>l = 108  = 01101100</a:t>
            </a:r>
          </a:p>
          <a:p>
            <a:r>
              <a:rPr lang="pt-BR"/>
              <a:t>o = 111 = 01101111</a:t>
            </a:r>
          </a:p>
          <a:p>
            <a:r>
              <a:rPr lang="pt-BR"/>
              <a:t>hello = 01101000 01100101 01101100 01101111</a:t>
            </a:r>
          </a:p>
          <a:p>
            <a:r>
              <a:rPr lang="pt-BR"/>
              <a:t>Loop through the image pixels starting at (0,0), replacing the least significant bit of the red channel with the next bit from our message.</a:t>
            </a:r>
          </a:p>
          <a:p>
            <a:r>
              <a:rPr lang="pt-BR"/>
              <a:t>Later we can read the message from the red channel of the image’s pixels</a:t>
            </a:r>
          </a:p>
          <a:p>
            <a:r>
              <a:rPr lang="pt-BR"/>
              <a:t>See Jupyter notebook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C45494-9DB9-310F-7E1A-2C9F65E41055}"/>
              </a:ext>
            </a:extLst>
          </p:cNvPr>
          <p:cNvSpPr txBox="1"/>
          <p:nvPr/>
        </p:nvSpPr>
        <p:spPr>
          <a:xfrm>
            <a:off x="574432" y="628735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** many other ways to do this</a:t>
            </a:r>
          </a:p>
        </p:txBody>
      </p:sp>
    </p:spTree>
    <p:extLst>
      <p:ext uri="{BB962C8B-B14F-4D97-AF65-F5344CB8AC3E}">
        <p14:creationId xmlns:p14="http://schemas.microsoft.com/office/powerpoint/2010/main" val="4244803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1403</TotalTime>
  <Words>1325</Words>
  <Application>Microsoft Office PowerPoint</Application>
  <PresentationFormat>Widescreen</PresentationFormat>
  <Paragraphs>371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Cambria Math</vt:lpstr>
      <vt:lpstr>Courier New</vt:lpstr>
      <vt:lpstr>Times New Roman</vt:lpstr>
      <vt:lpstr>Wingdings</vt:lpstr>
      <vt:lpstr>Office Theme</vt:lpstr>
      <vt:lpstr>images as data</vt:lpstr>
      <vt:lpstr>images as data - agenda</vt:lpstr>
      <vt:lpstr>VS Code Tips</vt:lpstr>
      <vt:lpstr>VS Code Tips (continued)</vt:lpstr>
      <vt:lpstr>Helpful Videos on VS Code </vt:lpstr>
      <vt:lpstr>The pillow Python library</vt:lpstr>
      <vt:lpstr>Pillow Commands Reference</vt:lpstr>
      <vt:lpstr>Pillow Commands Reference (continued)</vt:lpstr>
      <vt:lpstr>Edge Detection – maybe more on this later</vt:lpstr>
      <vt:lpstr>Image application using pillow: Steganography</vt:lpstr>
      <vt:lpstr>replace the “least significant bit”</vt:lpstr>
      <vt:lpstr>replace the least 2 significant bits</vt:lpstr>
      <vt:lpstr>PowerPoint Presentation</vt:lpstr>
      <vt:lpstr>PowerPoint Presentation</vt:lpstr>
      <vt:lpstr>Steganography: our approach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Frommer, Ian Dr. (EDU)</dc:creator>
  <cp:lastModifiedBy>Frommer, Ian Dr. (EDU)</cp:lastModifiedBy>
  <cp:revision>1</cp:revision>
  <dcterms:created xsi:type="dcterms:W3CDTF">2026-03-29T22:04:36Z</dcterms:created>
  <dcterms:modified xsi:type="dcterms:W3CDTF">2026-04-01T17:09:05Z</dcterms:modified>
</cp:coreProperties>
</file>